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3" r:id="rId3"/>
    <p:sldId id="257" r:id="rId4"/>
    <p:sldId id="258" r:id="rId5"/>
    <p:sldId id="259" r:id="rId6"/>
    <p:sldId id="260" r:id="rId7"/>
    <p:sldId id="264" r:id="rId8"/>
    <p:sldId id="265" r:id="rId9"/>
    <p:sldId id="266" r:id="rId10"/>
    <p:sldId id="267" r:id="rId11"/>
    <p:sldId id="261" r:id="rId12"/>
    <p:sldId id="262"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61" d="100"/>
          <a:sy n="61" d="100"/>
        </p:scale>
        <p:origin x="72" y="15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2823615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3"/>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325746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4038354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171832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2772079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7" name="Date Placeholder 2"/>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5" name="Footer Placeholder 3"/>
          <p:cNvSpPr>
            <a:spLocks noGrp="1"/>
          </p:cNvSpPr>
          <p:nvPr>
            <p:ph type="ftr" sz="quarter" idx="11"/>
          </p:nvPr>
        </p:nvSpPr>
        <p:spPr/>
        <p:txBody>
          <a:bodyPr/>
          <a:lstStyle/>
          <a:p>
            <a:endParaRPr kumimoji="1" lang="ja-JP" altLang="en-US"/>
          </a:p>
        </p:txBody>
      </p:sp>
      <p:sp>
        <p:nvSpPr>
          <p:cNvPr id="6" name="Slide Number Placeholder 4"/>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3628679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5" name="Footer Placeholder 2"/>
          <p:cNvSpPr>
            <a:spLocks noGrp="1"/>
          </p:cNvSpPr>
          <p:nvPr>
            <p:ph type="ftr" sz="quarter" idx="11"/>
          </p:nvPr>
        </p:nvSpPr>
        <p:spPr/>
        <p:txBody>
          <a:bodyPr/>
          <a:lstStyle/>
          <a:p>
            <a:endParaRPr kumimoji="1" lang="ja-JP" altLang="en-US"/>
          </a:p>
        </p:txBody>
      </p:sp>
      <p:sp>
        <p:nvSpPr>
          <p:cNvPr id="6" name="Slide Number Placeholder 3"/>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3761502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7" name="Date Placeholder 4"/>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5" name="Footer Placeholder 5"/>
          <p:cNvSpPr>
            <a:spLocks noGrp="1"/>
          </p:cNvSpPr>
          <p:nvPr>
            <p:ph type="ftr" sz="quarter" idx="11"/>
          </p:nvPr>
        </p:nvSpPr>
        <p:spPr/>
        <p:txBody>
          <a:bodyPr/>
          <a:lstStyle/>
          <a:p>
            <a:endParaRPr kumimoji="1" lang="ja-JP" altLang="en-US"/>
          </a:p>
        </p:txBody>
      </p:sp>
      <p:sp>
        <p:nvSpPr>
          <p:cNvPr id="6" name="Slide Number Placeholder 6"/>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2379210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661969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1358738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ja-JP" altLang="en-US" smtClean="0"/>
              <a:t>マスター タイトルの書式設定</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922703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ja-JP" altLang="en-US" smtClean="0"/>
              <a:t>マスター タイトルの書式設定</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ja-JP" altLang="en-US" smtClean="0"/>
              <a:t>マスター テキストの書式設定</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794715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3016290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4"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2452334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4"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2554767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p:txBody>
          <a:bodyPr vert="eaVert" anchor="t" anchorCtr="0"/>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9799023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799F4F2B-1B06-4E70-8029-0E2B67B407F8}" type="datetimeFigureOut">
              <a:rPr kumimoji="1" lang="ja-JP" altLang="en-US" smtClean="0"/>
              <a:t>2022/5/2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264438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99F4F2B-1B06-4E70-8029-0E2B67B407F8}" type="datetimeFigureOut">
              <a:rPr kumimoji="1" lang="ja-JP" altLang="en-US" smtClean="0"/>
              <a:t>2022/5/2</a:t>
            </a:fld>
            <a:endParaRPr kumimoji="1" lang="ja-JP"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kumimoji="1" lang="ja-JP"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02152AE-9B7C-4C2A-BFFC-0BFD3B49FC40}" type="slidenum">
              <a:rPr kumimoji="1" lang="ja-JP" altLang="en-US" smtClean="0"/>
              <a:t>‹#›</a:t>
            </a:fld>
            <a:endParaRPr kumimoji="1" lang="ja-JP" altLang="en-US"/>
          </a:p>
        </p:txBody>
      </p:sp>
    </p:spTree>
    <p:extLst>
      <p:ext uri="{BB962C8B-B14F-4D97-AF65-F5344CB8AC3E}">
        <p14:creationId xmlns:p14="http://schemas.microsoft.com/office/powerpoint/2010/main" val="389507133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kumimoji="1" sz="4200" b="0" i="0" kern="1200">
          <a:solidFill>
            <a:schemeClr val="tx2"/>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kumimoji="1" sz="1400" b="0" i="0" kern="1200">
          <a:solidFill>
            <a:schemeClr val="tx1"/>
          </a:solidFill>
          <a:latin typeface="+mj-lt"/>
          <a:ea typeface="+mj-ea"/>
          <a:cs typeface="+mj-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twitter.com/microtrailers/status/1488785334158737408" TargetMode="External"/><Relationship Id="rId2" Type="http://schemas.openxmlformats.org/officeDocument/2006/relationships/hyperlink" Target="https://marohoso.wixsite.com/akaruigame/blank"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hyperlink" Target="https://game.nicovideo.jp/atsumaru/games/gm23553" TargetMode="External"/><Relationship Id="rId4" Type="http://schemas.openxmlformats.org/officeDocument/2006/relationships/hyperlink" Target="https://twitter.com/nico_indiesgame/status/1473263595492626434" TargetMode="Externa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game.nicovideo.jp/atsumaru/games/gm19372"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freem.ne.jp/win/game/18952" TargetMode="External"/><Relationship Id="rId2" Type="http://schemas.openxmlformats.org/officeDocument/2006/relationships/hyperlink" Target="http://www.moguragames.com/entry/daydream-river/" TargetMode="Externa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8" Type="http://schemas.openxmlformats.org/officeDocument/2006/relationships/hyperlink" Target="http://www.moguragames.com/entry/daydream-river/" TargetMode="External"/><Relationship Id="rId13" Type="http://schemas.openxmlformats.org/officeDocument/2006/relationships/hyperlink" Target="https://github.com/KanjiTheGrass/train" TargetMode="External"/><Relationship Id="rId3" Type="http://schemas.openxmlformats.org/officeDocument/2006/relationships/hyperlink" Target="https://game.nicovideo.jp/atsumaru/users/58799091" TargetMode="External"/><Relationship Id="rId7" Type="http://schemas.openxmlformats.org/officeDocument/2006/relationships/hyperlink" Target="http://www.moguragames.com/" TargetMode="External"/><Relationship Id="rId12" Type="http://schemas.openxmlformats.org/officeDocument/2006/relationships/hyperlink" Target="https://www.4gamer.net/games/614/G061474/20220120137/" TargetMode="External"/><Relationship Id="rId2" Type="http://schemas.openxmlformats.org/officeDocument/2006/relationships/hyperlink" Target="https://www.freem.ne.jp/brand/5533" TargetMode="External"/><Relationship Id="rId1" Type="http://schemas.openxmlformats.org/officeDocument/2006/relationships/slideLayout" Target="../slideLayouts/slideLayout2.xml"/><Relationship Id="rId6" Type="http://schemas.openxmlformats.org/officeDocument/2006/relationships/hyperlink" Target="https://store.steampowered.com/app/1877330/NEXT_DOOR/" TargetMode="External"/><Relationship Id="rId11" Type="http://schemas.openxmlformats.org/officeDocument/2006/relationships/hyperlink" Target="https://www.famitsu.com/news/201911/21187341.html" TargetMode="External"/><Relationship Id="rId5" Type="http://schemas.openxmlformats.org/officeDocument/2006/relationships/hyperlink" Target="http://nextdoor.html.xdomain.jp/" TargetMode="External"/><Relationship Id="rId10" Type="http://schemas.openxmlformats.org/officeDocument/2006/relationships/hyperlink" Target="http://www.moguragames.com/entry/die-mutter/" TargetMode="External"/><Relationship Id="rId4" Type="http://schemas.openxmlformats.org/officeDocument/2006/relationships/hyperlink" Target="https://unityroom.com/users/kanjinokusa" TargetMode="External"/><Relationship Id="rId9" Type="http://schemas.openxmlformats.org/officeDocument/2006/relationships/hyperlink" Target="http://www.moguragames.com/entry/digigame-expo-2019-report/" TargetMode="External"/><Relationship Id="rId14" Type="http://schemas.openxmlformats.org/officeDocument/2006/relationships/hyperlink" Target="https://github.com/kanji0405/NoMoreHappyBirthda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ポートフォリオ</a:t>
            </a:r>
            <a:endParaRPr kumimoji="1" lang="ja-JP" altLang="en-US" dirty="0"/>
          </a:p>
        </p:txBody>
      </p:sp>
      <p:sp>
        <p:nvSpPr>
          <p:cNvPr id="3" name="サブタイトル 2"/>
          <p:cNvSpPr>
            <a:spLocks noGrp="1"/>
          </p:cNvSpPr>
          <p:nvPr>
            <p:ph type="subTitle" idx="1"/>
          </p:nvPr>
        </p:nvSpPr>
        <p:spPr/>
        <p:txBody>
          <a:bodyPr/>
          <a:lstStyle/>
          <a:p>
            <a:r>
              <a:rPr kumimoji="1" lang="ja-JP" altLang="en-US" dirty="0" smtClean="0"/>
              <a:t>情報科学専門学校 情報セキュリティ科</a:t>
            </a:r>
            <a:endParaRPr kumimoji="1" lang="en-US" altLang="ja-JP" dirty="0" smtClean="0"/>
          </a:p>
          <a:p>
            <a:r>
              <a:rPr lang="en-US" altLang="ja-JP" dirty="0" smtClean="0"/>
              <a:t>4</a:t>
            </a:r>
            <a:r>
              <a:rPr lang="ja-JP" altLang="en-US" dirty="0" smtClean="0"/>
              <a:t>年 佐野 柊介</a:t>
            </a:r>
            <a:endParaRPr kumimoji="1" lang="ja-JP" altLang="en-US" dirty="0"/>
          </a:p>
        </p:txBody>
      </p:sp>
    </p:spTree>
    <p:extLst>
      <p:ext uri="{BB962C8B-B14F-4D97-AF65-F5344CB8AC3E}">
        <p14:creationId xmlns:p14="http://schemas.microsoft.com/office/powerpoint/2010/main" val="1962918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目次</a:t>
            </a:r>
            <a:endParaRPr kumimoji="1" lang="ja-JP" altLang="en-US" dirty="0"/>
          </a:p>
        </p:txBody>
      </p:sp>
      <p:sp>
        <p:nvSpPr>
          <p:cNvPr id="3" name="コンテンツ プレースホルダー 2"/>
          <p:cNvSpPr>
            <a:spLocks noGrp="1"/>
          </p:cNvSpPr>
          <p:nvPr>
            <p:ph idx="1"/>
          </p:nvPr>
        </p:nvSpPr>
        <p:spPr/>
        <p:txBody>
          <a:bodyPr>
            <a:normAutofit lnSpcReduction="10000"/>
          </a:bodyPr>
          <a:lstStyle/>
          <a:p>
            <a:r>
              <a:rPr kumimoji="1" lang="ja-JP" altLang="en-US" sz="4000" dirty="0" smtClean="0"/>
              <a:t>自己紹介</a:t>
            </a:r>
            <a:endParaRPr kumimoji="1" lang="en-US" altLang="ja-JP" sz="4000" dirty="0" smtClean="0"/>
          </a:p>
          <a:p>
            <a:r>
              <a:rPr lang="ja-JP" altLang="en-US" sz="4000" dirty="0"/>
              <a:t>所有</a:t>
            </a:r>
            <a:r>
              <a:rPr lang="ja-JP" altLang="en-US" sz="4000" dirty="0" smtClean="0"/>
              <a:t>資格</a:t>
            </a:r>
            <a:endParaRPr lang="en-US" altLang="ja-JP" sz="4000" dirty="0" smtClean="0"/>
          </a:p>
          <a:p>
            <a:r>
              <a:rPr kumimoji="1" lang="ja-JP" altLang="en-US" sz="4000" dirty="0" smtClean="0"/>
              <a:t>受賞歴</a:t>
            </a:r>
            <a:endParaRPr kumimoji="1" lang="en-US" altLang="ja-JP" sz="4000" dirty="0" smtClean="0"/>
          </a:p>
          <a:p>
            <a:r>
              <a:rPr lang="ja-JP" altLang="en-US" sz="4000" dirty="0" smtClean="0"/>
              <a:t>活動歴</a:t>
            </a:r>
            <a:endParaRPr lang="en-US" altLang="ja-JP" sz="4000" dirty="0" smtClean="0"/>
          </a:p>
          <a:p>
            <a:r>
              <a:rPr lang="ja-JP" altLang="en-US" sz="4000" dirty="0"/>
              <a:t>その他</a:t>
            </a:r>
            <a:r>
              <a:rPr lang="ja-JP" altLang="en-US" sz="4000" dirty="0" smtClean="0"/>
              <a:t>の実績</a:t>
            </a:r>
            <a:endParaRPr lang="en-US" altLang="ja-JP" sz="4000" dirty="0" smtClean="0"/>
          </a:p>
          <a:p>
            <a:r>
              <a:rPr kumimoji="1" lang="ja-JP" altLang="en-US" sz="4000" dirty="0" smtClean="0"/>
              <a:t>リンク集</a:t>
            </a:r>
            <a:endParaRPr kumimoji="1" lang="ja-JP" altLang="en-US" sz="4000" dirty="0"/>
          </a:p>
        </p:txBody>
      </p:sp>
    </p:spTree>
    <p:extLst>
      <p:ext uri="{BB962C8B-B14F-4D97-AF65-F5344CB8AC3E}">
        <p14:creationId xmlns:p14="http://schemas.microsoft.com/office/powerpoint/2010/main" val="3649763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自己紹介</a:t>
            </a:r>
            <a:endParaRPr kumimoji="1" lang="ja-JP" altLang="en-US" dirty="0"/>
          </a:p>
        </p:txBody>
      </p:sp>
      <p:pic>
        <p:nvPicPr>
          <p:cNvPr id="4" name="コンテンツ プレースホルダー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77077" y="2307204"/>
            <a:ext cx="3146821" cy="4195762"/>
          </a:xfrm>
        </p:spPr>
      </p:pic>
      <p:sp>
        <p:nvSpPr>
          <p:cNvPr id="5" name="テキスト ボックス 4"/>
          <p:cNvSpPr txBox="1"/>
          <p:nvPr/>
        </p:nvSpPr>
        <p:spPr>
          <a:xfrm>
            <a:off x="486453" y="1524000"/>
            <a:ext cx="8294689" cy="4832092"/>
          </a:xfrm>
          <a:prstGeom prst="rect">
            <a:avLst/>
          </a:prstGeom>
          <a:noFill/>
        </p:spPr>
        <p:txBody>
          <a:bodyPr wrap="square" rtlCol="0">
            <a:spAutoFit/>
          </a:bodyPr>
          <a:lstStyle/>
          <a:p>
            <a:r>
              <a:rPr kumimoji="1" lang="ja-JP" altLang="en-US" sz="2800" dirty="0" smtClean="0">
                <a:latin typeface="+mj-ea"/>
                <a:ea typeface="+mj-ea"/>
              </a:rPr>
              <a:t>氏名：</a:t>
            </a:r>
            <a:r>
              <a:rPr kumimoji="1" lang="en-US" altLang="ja-JP" sz="2800" dirty="0" smtClean="0">
                <a:latin typeface="+mj-ea"/>
                <a:ea typeface="+mj-ea"/>
              </a:rPr>
              <a:t>	</a:t>
            </a:r>
            <a:r>
              <a:rPr kumimoji="1" lang="ja-JP" altLang="en-US" sz="2800" dirty="0" smtClean="0">
                <a:latin typeface="+mj-ea"/>
                <a:ea typeface="+mj-ea"/>
              </a:rPr>
              <a:t>佐野 柊介</a:t>
            </a:r>
            <a:r>
              <a:rPr kumimoji="1" lang="en-US" altLang="ja-JP" sz="2800" dirty="0" smtClean="0">
                <a:latin typeface="+mj-ea"/>
                <a:ea typeface="+mj-ea"/>
              </a:rPr>
              <a:t>(</a:t>
            </a:r>
            <a:r>
              <a:rPr kumimoji="1" lang="ja-JP" altLang="en-US" sz="2800" dirty="0" smtClean="0">
                <a:latin typeface="+mj-ea"/>
                <a:ea typeface="+mj-ea"/>
              </a:rPr>
              <a:t>さの・しゅうすけ</a:t>
            </a:r>
            <a:r>
              <a:rPr kumimoji="1" lang="en-US" altLang="ja-JP" sz="2800" dirty="0" smtClean="0">
                <a:latin typeface="+mj-ea"/>
                <a:ea typeface="+mj-ea"/>
              </a:rPr>
              <a:t>)</a:t>
            </a:r>
          </a:p>
          <a:p>
            <a:r>
              <a:rPr lang="ja-JP" altLang="en-US" sz="2800" dirty="0">
                <a:latin typeface="+mj-ea"/>
              </a:rPr>
              <a:t>生年月日</a:t>
            </a:r>
            <a:r>
              <a:rPr lang="en-US" altLang="ja-JP" sz="2800" dirty="0" smtClean="0">
                <a:latin typeface="+mj-ea"/>
              </a:rPr>
              <a:t>:	2000</a:t>
            </a:r>
            <a:r>
              <a:rPr lang="ja-JP" altLang="en-US" sz="2800" dirty="0">
                <a:latin typeface="+mj-ea"/>
              </a:rPr>
              <a:t>年</a:t>
            </a:r>
            <a:r>
              <a:rPr lang="en-US" altLang="ja-JP" sz="2800" dirty="0">
                <a:latin typeface="+mj-ea"/>
              </a:rPr>
              <a:t>9</a:t>
            </a:r>
            <a:r>
              <a:rPr lang="ja-JP" altLang="en-US" sz="2800" dirty="0">
                <a:latin typeface="+mj-ea"/>
              </a:rPr>
              <a:t>月</a:t>
            </a:r>
            <a:r>
              <a:rPr lang="en-US" altLang="ja-JP" sz="2800" dirty="0">
                <a:latin typeface="+mj-ea"/>
              </a:rPr>
              <a:t>19</a:t>
            </a:r>
            <a:r>
              <a:rPr lang="ja-JP" altLang="en-US" sz="2800" dirty="0">
                <a:latin typeface="+mj-ea"/>
              </a:rPr>
              <a:t>日</a:t>
            </a:r>
            <a:endParaRPr lang="en-US" altLang="ja-JP" sz="2800" dirty="0">
              <a:latin typeface="+mj-ea"/>
            </a:endParaRPr>
          </a:p>
          <a:p>
            <a:r>
              <a:rPr lang="ja-JP" altLang="en-US" sz="2800" dirty="0" smtClean="0">
                <a:latin typeface="+mj-ea"/>
                <a:ea typeface="+mj-ea"/>
              </a:rPr>
              <a:t>学歴：</a:t>
            </a:r>
            <a:r>
              <a:rPr lang="en-US" altLang="ja-JP" sz="2800" dirty="0" smtClean="0">
                <a:latin typeface="+mj-ea"/>
                <a:ea typeface="+mj-ea"/>
              </a:rPr>
              <a:t>	</a:t>
            </a:r>
            <a:r>
              <a:rPr lang="ja-JP" altLang="en-US" sz="2800" dirty="0" smtClean="0">
                <a:latin typeface="+mj-ea"/>
                <a:ea typeface="+mj-ea"/>
              </a:rPr>
              <a:t>情報</a:t>
            </a:r>
            <a:r>
              <a:rPr lang="ja-JP" altLang="en-US" sz="2800" dirty="0">
                <a:latin typeface="+mj-ea"/>
                <a:ea typeface="+mj-ea"/>
              </a:rPr>
              <a:t>科学専門</a:t>
            </a:r>
            <a:r>
              <a:rPr lang="ja-JP" altLang="en-US" sz="2800" dirty="0" smtClean="0">
                <a:latin typeface="+mj-ea"/>
                <a:ea typeface="+mj-ea"/>
              </a:rPr>
              <a:t>学校 情報セキュリティ科</a:t>
            </a:r>
            <a:endParaRPr lang="en-US" altLang="ja-JP" sz="2800" dirty="0" smtClean="0">
              <a:latin typeface="+mj-ea"/>
              <a:ea typeface="+mj-ea"/>
            </a:endParaRPr>
          </a:p>
          <a:p>
            <a:r>
              <a:rPr kumimoji="1" lang="en-US" altLang="ja-JP" sz="2800" dirty="0" smtClean="0">
                <a:latin typeface="+mj-ea"/>
                <a:ea typeface="+mj-ea"/>
              </a:rPr>
              <a:t>		2023</a:t>
            </a:r>
            <a:r>
              <a:rPr kumimoji="1" lang="ja-JP" altLang="en-US" sz="2800" dirty="0" smtClean="0">
                <a:latin typeface="+mj-ea"/>
                <a:ea typeface="+mj-ea"/>
              </a:rPr>
              <a:t>年卒業見込み</a:t>
            </a:r>
            <a:endParaRPr kumimoji="1" lang="en-US" altLang="ja-JP" sz="2800" dirty="0" smtClean="0">
              <a:latin typeface="+mj-ea"/>
              <a:ea typeface="+mj-ea"/>
            </a:endParaRPr>
          </a:p>
          <a:p>
            <a:r>
              <a:rPr lang="ja-JP" altLang="en-US" sz="2800" dirty="0" smtClean="0">
                <a:latin typeface="+mj-ea"/>
                <a:ea typeface="+mj-ea"/>
              </a:rPr>
              <a:t>趣味：</a:t>
            </a:r>
            <a:r>
              <a:rPr lang="en-US" altLang="ja-JP" sz="2800" dirty="0" smtClean="0">
                <a:latin typeface="+mj-ea"/>
                <a:ea typeface="+mj-ea"/>
              </a:rPr>
              <a:t>	</a:t>
            </a:r>
            <a:r>
              <a:rPr lang="ja-JP" altLang="en-US" sz="2800" dirty="0" smtClean="0">
                <a:latin typeface="+mj-ea"/>
                <a:ea typeface="+mj-ea"/>
              </a:rPr>
              <a:t>ゲーム制作、イラスト、映画鑑賞など</a:t>
            </a:r>
            <a:endParaRPr lang="en-US" altLang="ja-JP" sz="2800" dirty="0" smtClean="0">
              <a:latin typeface="+mj-ea"/>
              <a:ea typeface="+mj-ea"/>
            </a:endParaRPr>
          </a:p>
          <a:p>
            <a:r>
              <a:rPr lang="ja-JP" altLang="en-US" sz="2800" dirty="0" smtClean="0">
                <a:latin typeface="+mj-ea"/>
                <a:ea typeface="+mj-ea"/>
              </a:rPr>
              <a:t>特技：</a:t>
            </a:r>
            <a:r>
              <a:rPr lang="en-US" altLang="ja-JP" sz="2800" dirty="0" smtClean="0">
                <a:latin typeface="+mj-ea"/>
                <a:ea typeface="+mj-ea"/>
              </a:rPr>
              <a:t>	</a:t>
            </a:r>
            <a:r>
              <a:rPr lang="ja-JP" altLang="en-US" sz="2800" dirty="0" smtClean="0">
                <a:latin typeface="+mj-ea"/>
                <a:ea typeface="+mj-ea"/>
              </a:rPr>
              <a:t>英日翻訳、料理など</a:t>
            </a:r>
            <a:endParaRPr lang="en-US" altLang="ja-JP" sz="2800" dirty="0" smtClean="0">
              <a:latin typeface="+mj-ea"/>
              <a:ea typeface="+mj-ea"/>
            </a:endParaRPr>
          </a:p>
          <a:p>
            <a:r>
              <a:rPr kumimoji="1" lang="ja-JP" altLang="en-US" sz="2800" dirty="0" smtClean="0">
                <a:latin typeface="+mj-ea"/>
                <a:ea typeface="+mj-ea"/>
              </a:rPr>
              <a:t>主に使用する言語</a:t>
            </a:r>
            <a:r>
              <a:rPr kumimoji="1" lang="en-US" altLang="ja-JP" sz="2800" dirty="0" smtClean="0">
                <a:latin typeface="+mj-ea"/>
                <a:ea typeface="+mj-ea"/>
              </a:rPr>
              <a:t>:</a:t>
            </a:r>
          </a:p>
          <a:p>
            <a:r>
              <a:rPr lang="ja-JP" altLang="en-US" sz="2800" dirty="0" smtClean="0">
                <a:latin typeface="+mj-ea"/>
                <a:ea typeface="+mj-ea"/>
              </a:rPr>
              <a:t>・</a:t>
            </a:r>
            <a:r>
              <a:rPr lang="en-US" altLang="ja-JP" sz="2800" dirty="0" smtClean="0">
                <a:latin typeface="+mj-ea"/>
                <a:ea typeface="+mj-ea"/>
              </a:rPr>
              <a:t>JavaScript(2015</a:t>
            </a:r>
            <a:r>
              <a:rPr lang="ja-JP" altLang="en-US" sz="2800" dirty="0" smtClean="0">
                <a:latin typeface="+mj-ea"/>
                <a:ea typeface="+mj-ea"/>
              </a:rPr>
              <a:t>年～</a:t>
            </a:r>
            <a:r>
              <a:rPr lang="en-US" altLang="ja-JP" sz="2800" dirty="0" smtClean="0">
                <a:latin typeface="+mj-ea"/>
                <a:ea typeface="+mj-ea"/>
              </a:rPr>
              <a:t>)</a:t>
            </a:r>
          </a:p>
          <a:p>
            <a:r>
              <a:rPr kumimoji="1" lang="ja-JP" altLang="en-US" sz="2800" dirty="0" smtClean="0">
                <a:latin typeface="+mj-ea"/>
                <a:ea typeface="+mj-ea"/>
              </a:rPr>
              <a:t>・</a:t>
            </a:r>
            <a:r>
              <a:rPr kumimoji="1" lang="en-US" altLang="ja-JP" sz="2800" dirty="0" smtClean="0">
                <a:latin typeface="+mj-ea"/>
                <a:ea typeface="+mj-ea"/>
              </a:rPr>
              <a:t>Ruby(2014</a:t>
            </a:r>
            <a:r>
              <a:rPr kumimoji="1" lang="ja-JP" altLang="en-US" sz="2800" dirty="0" smtClean="0">
                <a:latin typeface="+mj-ea"/>
                <a:ea typeface="+mj-ea"/>
              </a:rPr>
              <a:t>年～</a:t>
            </a:r>
            <a:r>
              <a:rPr kumimoji="1" lang="en-US" altLang="ja-JP" sz="2800" dirty="0" smtClean="0">
                <a:latin typeface="+mj-ea"/>
                <a:ea typeface="+mj-ea"/>
              </a:rPr>
              <a:t>)</a:t>
            </a:r>
          </a:p>
          <a:p>
            <a:r>
              <a:rPr lang="ja-JP" altLang="en-US" sz="2800" dirty="0" smtClean="0">
                <a:latin typeface="+mj-ea"/>
                <a:ea typeface="+mj-ea"/>
              </a:rPr>
              <a:t>・</a:t>
            </a:r>
            <a:r>
              <a:rPr lang="en-US" altLang="ja-JP" sz="2800" dirty="0" smtClean="0">
                <a:latin typeface="+mj-ea"/>
                <a:ea typeface="+mj-ea"/>
              </a:rPr>
              <a:t>PHP</a:t>
            </a:r>
            <a:r>
              <a:rPr lang="ja-JP" altLang="en-US" sz="2800" dirty="0" smtClean="0">
                <a:latin typeface="+mj-ea"/>
                <a:ea typeface="+mj-ea"/>
              </a:rPr>
              <a:t>（</a:t>
            </a:r>
            <a:r>
              <a:rPr lang="en-US" altLang="ja-JP" sz="2800" dirty="0" smtClean="0">
                <a:latin typeface="+mj-ea"/>
                <a:ea typeface="+mj-ea"/>
              </a:rPr>
              <a:t>2019</a:t>
            </a:r>
            <a:r>
              <a:rPr lang="ja-JP" altLang="en-US" sz="2800" dirty="0" smtClean="0">
                <a:latin typeface="+mj-ea"/>
                <a:ea typeface="+mj-ea"/>
              </a:rPr>
              <a:t>年～）</a:t>
            </a:r>
            <a:endParaRPr kumimoji="1" lang="en-US" altLang="ja-JP" sz="2800" dirty="0" smtClean="0">
              <a:latin typeface="+mj-ea"/>
              <a:ea typeface="+mj-ea"/>
            </a:endParaRPr>
          </a:p>
          <a:p>
            <a:r>
              <a:rPr lang="ja-JP" altLang="en-US" sz="2800" dirty="0" smtClean="0">
                <a:latin typeface="+mj-ea"/>
                <a:ea typeface="+mj-ea"/>
              </a:rPr>
              <a:t>・</a:t>
            </a:r>
            <a:r>
              <a:rPr lang="en-US" altLang="ja-JP" sz="2800" dirty="0" smtClean="0">
                <a:latin typeface="+mj-ea"/>
                <a:ea typeface="+mj-ea"/>
              </a:rPr>
              <a:t>Python 3(2019</a:t>
            </a:r>
            <a:r>
              <a:rPr lang="ja-JP" altLang="en-US" sz="2800" dirty="0" smtClean="0">
                <a:latin typeface="+mj-ea"/>
                <a:ea typeface="+mj-ea"/>
              </a:rPr>
              <a:t>年～</a:t>
            </a:r>
            <a:r>
              <a:rPr lang="en-US" altLang="ja-JP" sz="2800" dirty="0" smtClean="0">
                <a:latin typeface="+mj-ea"/>
                <a:ea typeface="+mj-ea"/>
              </a:rPr>
              <a:t>)</a:t>
            </a:r>
            <a:endParaRPr kumimoji="1" lang="ja-JP" altLang="en-US" sz="2800" dirty="0">
              <a:latin typeface="+mj-ea"/>
              <a:ea typeface="+mj-ea"/>
            </a:endParaRPr>
          </a:p>
        </p:txBody>
      </p:sp>
    </p:spTree>
    <p:extLst>
      <p:ext uri="{BB962C8B-B14F-4D97-AF65-F5344CB8AC3E}">
        <p14:creationId xmlns:p14="http://schemas.microsoft.com/office/powerpoint/2010/main" val="1206820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所有資格</a:t>
            </a:r>
            <a:endParaRPr kumimoji="1" lang="ja-JP" altLang="en-US" dirty="0"/>
          </a:p>
        </p:txBody>
      </p:sp>
      <p:sp>
        <p:nvSpPr>
          <p:cNvPr id="3" name="コンテンツ プレースホルダー 2"/>
          <p:cNvSpPr>
            <a:spLocks noGrp="1"/>
          </p:cNvSpPr>
          <p:nvPr>
            <p:ph idx="1"/>
          </p:nvPr>
        </p:nvSpPr>
        <p:spPr>
          <a:xfrm>
            <a:off x="646111" y="1588461"/>
            <a:ext cx="9862232" cy="4246282"/>
          </a:xfrm>
        </p:spPr>
        <p:txBody>
          <a:bodyPr>
            <a:normAutofit/>
          </a:bodyPr>
          <a:lstStyle/>
          <a:p>
            <a:r>
              <a:rPr lang="en-US" altLang="ja-JP" sz="2400" dirty="0"/>
              <a:t>2014</a:t>
            </a:r>
            <a:r>
              <a:rPr lang="ja-JP" altLang="en-US" sz="2400" dirty="0"/>
              <a:t>年</a:t>
            </a:r>
            <a:r>
              <a:rPr lang="en-US" altLang="ja-JP" sz="2400" dirty="0"/>
              <a:t>2</a:t>
            </a:r>
            <a:r>
              <a:rPr lang="ja-JP" altLang="en-US" sz="2400" dirty="0"/>
              <a:t>月</a:t>
            </a:r>
            <a:r>
              <a:rPr lang="en-US" altLang="ja-JP" sz="2400" dirty="0"/>
              <a:t>	</a:t>
            </a:r>
            <a:r>
              <a:rPr lang="ja-JP" altLang="en-US" sz="2400" dirty="0"/>
              <a:t>実用英語技能検定</a:t>
            </a:r>
            <a:r>
              <a:rPr lang="en-US" altLang="ja-JP" sz="2400" dirty="0"/>
              <a:t>(</a:t>
            </a:r>
            <a:r>
              <a:rPr lang="ja-JP" altLang="en-US" sz="2400" dirty="0"/>
              <a:t>英検</a:t>
            </a:r>
            <a:r>
              <a:rPr lang="en-US" altLang="ja-JP" sz="2400" dirty="0"/>
              <a:t>) </a:t>
            </a:r>
            <a:r>
              <a:rPr lang="ja-JP" altLang="en-US" sz="2400" dirty="0"/>
              <a:t>準</a:t>
            </a:r>
            <a:r>
              <a:rPr lang="en-US" altLang="ja-JP" sz="2400" dirty="0"/>
              <a:t>2</a:t>
            </a:r>
            <a:r>
              <a:rPr lang="ja-JP" altLang="en-US" sz="2400" dirty="0"/>
              <a:t>級 合格</a:t>
            </a:r>
            <a:endParaRPr lang="en-US" altLang="ja-JP" sz="2400" dirty="0"/>
          </a:p>
          <a:p>
            <a:r>
              <a:rPr lang="en-US" altLang="ja-JP" sz="2400" dirty="0" smtClean="0"/>
              <a:t>2015</a:t>
            </a:r>
            <a:r>
              <a:rPr lang="ja-JP" altLang="en-US" sz="2400" dirty="0" smtClean="0"/>
              <a:t>年</a:t>
            </a:r>
            <a:r>
              <a:rPr lang="en-US" altLang="ja-JP" sz="2400" dirty="0" smtClean="0"/>
              <a:t>10</a:t>
            </a:r>
            <a:r>
              <a:rPr lang="ja-JP" altLang="en-US" sz="2400" dirty="0" smtClean="0"/>
              <a:t>月</a:t>
            </a:r>
            <a:r>
              <a:rPr lang="en-US" altLang="ja-JP" sz="2400" dirty="0"/>
              <a:t>	</a:t>
            </a:r>
            <a:r>
              <a:rPr lang="ja-JP" altLang="en-US" sz="2400" dirty="0" smtClean="0"/>
              <a:t>日本漢字能力検定</a:t>
            </a:r>
            <a:r>
              <a:rPr lang="en-US" altLang="ja-JP" sz="2400" dirty="0" smtClean="0"/>
              <a:t>(</a:t>
            </a:r>
            <a:r>
              <a:rPr lang="ja-JP" altLang="en-US" sz="2400" dirty="0" smtClean="0"/>
              <a:t>漢検</a:t>
            </a:r>
            <a:r>
              <a:rPr lang="en-US" altLang="ja-JP" sz="2400" dirty="0"/>
              <a:t>) </a:t>
            </a:r>
            <a:r>
              <a:rPr lang="ja-JP" altLang="en-US" sz="2400" dirty="0"/>
              <a:t>準</a:t>
            </a:r>
            <a:r>
              <a:rPr lang="en-US" altLang="ja-JP" sz="2400" dirty="0"/>
              <a:t>2</a:t>
            </a:r>
            <a:r>
              <a:rPr lang="ja-JP" altLang="en-US" sz="2400" dirty="0"/>
              <a:t>級 合格</a:t>
            </a:r>
            <a:endParaRPr lang="en-US" altLang="ja-JP" sz="2400" dirty="0"/>
          </a:p>
          <a:p>
            <a:r>
              <a:rPr kumimoji="1" lang="en-US" altLang="ja-JP" sz="2400" dirty="0" smtClean="0"/>
              <a:t>2019</a:t>
            </a:r>
            <a:r>
              <a:rPr kumimoji="1" lang="ja-JP" altLang="en-US" sz="2400" dirty="0" smtClean="0"/>
              <a:t>年</a:t>
            </a:r>
            <a:r>
              <a:rPr kumimoji="1" lang="en-US" altLang="ja-JP" sz="2400" dirty="0" smtClean="0"/>
              <a:t>7</a:t>
            </a:r>
            <a:r>
              <a:rPr kumimoji="1" lang="ja-JP" altLang="en-US" sz="2400" dirty="0" smtClean="0"/>
              <a:t>月</a:t>
            </a:r>
            <a:r>
              <a:rPr kumimoji="1" lang="en-US" altLang="ja-JP" sz="2400" dirty="0" smtClean="0"/>
              <a:t>	</a:t>
            </a:r>
            <a:r>
              <a:rPr kumimoji="1" lang="ja-JP" altLang="en-US" sz="2400" dirty="0" smtClean="0"/>
              <a:t>情報検定 情報活用試験３級 合格</a:t>
            </a:r>
            <a:endParaRPr kumimoji="1" lang="en-US" altLang="ja-JP" sz="2400" dirty="0" smtClean="0"/>
          </a:p>
          <a:p>
            <a:r>
              <a:rPr lang="en-US" altLang="ja-JP" sz="2400" dirty="0" smtClean="0"/>
              <a:t>2019</a:t>
            </a:r>
            <a:r>
              <a:rPr lang="ja-JP" altLang="en-US" sz="2400" dirty="0" smtClean="0"/>
              <a:t>年</a:t>
            </a:r>
            <a:r>
              <a:rPr lang="en-US" altLang="ja-JP" sz="2400" dirty="0" smtClean="0"/>
              <a:t>10</a:t>
            </a:r>
            <a:r>
              <a:rPr lang="ja-JP" altLang="en-US" sz="2400" dirty="0" smtClean="0"/>
              <a:t>月</a:t>
            </a:r>
            <a:r>
              <a:rPr lang="en-US" altLang="ja-JP" sz="2400" dirty="0" smtClean="0"/>
              <a:t>	IT</a:t>
            </a:r>
            <a:r>
              <a:rPr lang="ja-JP" altLang="en-US" sz="2400" dirty="0" smtClean="0"/>
              <a:t>パスポート 合格</a:t>
            </a:r>
            <a:endParaRPr lang="en-US" altLang="ja-JP" sz="2400" dirty="0" smtClean="0"/>
          </a:p>
          <a:p>
            <a:r>
              <a:rPr lang="en-US" altLang="ja-JP" sz="2400" dirty="0" smtClean="0"/>
              <a:t>2020</a:t>
            </a:r>
            <a:r>
              <a:rPr lang="ja-JP" altLang="en-US" sz="2400" dirty="0" smtClean="0"/>
              <a:t>年</a:t>
            </a:r>
            <a:r>
              <a:rPr lang="en-US" altLang="ja-JP" sz="2400" dirty="0" smtClean="0"/>
              <a:t>2</a:t>
            </a:r>
            <a:r>
              <a:rPr lang="ja-JP" altLang="en-US" sz="2400" dirty="0" smtClean="0"/>
              <a:t>月</a:t>
            </a:r>
            <a:r>
              <a:rPr lang="en-US" altLang="ja-JP" sz="2400" dirty="0" smtClean="0"/>
              <a:t>	Microsoft Office Specialist(MOS) Excel 2016 </a:t>
            </a:r>
            <a:r>
              <a:rPr lang="ja-JP" altLang="en-US" sz="2400" dirty="0" smtClean="0"/>
              <a:t>合格</a:t>
            </a:r>
            <a:endParaRPr lang="en-US" altLang="ja-JP" sz="2400" dirty="0" smtClean="0"/>
          </a:p>
          <a:p>
            <a:r>
              <a:rPr lang="en-US" altLang="ja-JP" sz="2400" dirty="0" smtClean="0"/>
              <a:t>2022</a:t>
            </a:r>
            <a:r>
              <a:rPr lang="ja-JP" altLang="en-US" sz="2400" dirty="0" smtClean="0"/>
              <a:t>年</a:t>
            </a:r>
            <a:r>
              <a:rPr lang="en-US" altLang="ja-JP" sz="2400" dirty="0" smtClean="0"/>
              <a:t>2</a:t>
            </a:r>
            <a:r>
              <a:rPr lang="ja-JP" altLang="en-US" sz="2400" dirty="0" smtClean="0"/>
              <a:t>月</a:t>
            </a:r>
            <a:r>
              <a:rPr lang="en-US" altLang="ja-JP" sz="2400" dirty="0"/>
              <a:t>	</a:t>
            </a:r>
            <a:r>
              <a:rPr lang="en-US" altLang="ja-JP" sz="2400" dirty="0" smtClean="0"/>
              <a:t>GAIT BRONZE 446</a:t>
            </a:r>
            <a:r>
              <a:rPr lang="ja-JP" altLang="en-US" sz="2400" dirty="0" smtClean="0"/>
              <a:t>点</a:t>
            </a:r>
            <a:endParaRPr lang="en-US" altLang="ja-JP" sz="2400" dirty="0" smtClean="0"/>
          </a:p>
          <a:p>
            <a:endParaRPr kumimoji="1" lang="ja-JP" altLang="en-US" sz="2400" dirty="0"/>
          </a:p>
        </p:txBody>
      </p:sp>
    </p:spTree>
    <p:extLst>
      <p:ext uri="{BB962C8B-B14F-4D97-AF65-F5344CB8AC3E}">
        <p14:creationId xmlns:p14="http://schemas.microsoft.com/office/powerpoint/2010/main" val="1157093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受賞歴</a:t>
            </a:r>
            <a:endParaRPr kumimoji="1" lang="ja-JP" altLang="en-US" dirty="0"/>
          </a:p>
        </p:txBody>
      </p:sp>
      <p:sp>
        <p:nvSpPr>
          <p:cNvPr id="3" name="コンテンツ プレースホルダー 2"/>
          <p:cNvSpPr>
            <a:spLocks noGrp="1"/>
          </p:cNvSpPr>
          <p:nvPr>
            <p:ph idx="1"/>
          </p:nvPr>
        </p:nvSpPr>
        <p:spPr>
          <a:xfrm>
            <a:off x="646111" y="1588461"/>
            <a:ext cx="9862232" cy="4246282"/>
          </a:xfrm>
        </p:spPr>
        <p:txBody>
          <a:bodyPr>
            <a:normAutofit/>
          </a:bodyPr>
          <a:lstStyle/>
          <a:p>
            <a:pPr marL="0" indent="0">
              <a:buNone/>
            </a:pPr>
            <a:r>
              <a:rPr kumimoji="1" lang="en-US" altLang="ja-JP" sz="2400" dirty="0" smtClean="0"/>
              <a:t>2019</a:t>
            </a:r>
            <a:r>
              <a:rPr kumimoji="1" lang="ja-JP" altLang="en-US" sz="2400" dirty="0" smtClean="0"/>
              <a:t>年</a:t>
            </a:r>
            <a:endParaRPr kumimoji="1" lang="en-US" altLang="ja-JP" sz="2400" dirty="0" smtClean="0"/>
          </a:p>
          <a:p>
            <a:pPr marL="0" indent="0">
              <a:buNone/>
            </a:pPr>
            <a:r>
              <a:rPr kumimoji="1" lang="ja-JP" altLang="en-US" sz="2400" dirty="0" smtClean="0"/>
              <a:t>・第</a:t>
            </a:r>
            <a:r>
              <a:rPr kumimoji="1" lang="en-US" altLang="ja-JP" sz="2400" dirty="0" smtClean="0"/>
              <a:t>14</a:t>
            </a:r>
            <a:r>
              <a:rPr kumimoji="1" lang="ja-JP" altLang="en-US" sz="2400" dirty="0" smtClean="0"/>
              <a:t>回 ふりーむ！ゲームコンテスト</a:t>
            </a:r>
            <a:endParaRPr kumimoji="1" lang="en-US" altLang="ja-JP" sz="2400" dirty="0" smtClean="0"/>
          </a:p>
          <a:p>
            <a:pPr marL="0" indent="0">
              <a:buNone/>
            </a:pPr>
            <a:r>
              <a:rPr lang="ja-JP" altLang="en-US" sz="2400" dirty="0" smtClean="0"/>
              <a:t>　長編</a:t>
            </a:r>
            <a:r>
              <a:rPr lang="en-US" altLang="ja-JP" sz="2400" dirty="0" smtClean="0"/>
              <a:t>RPG</a:t>
            </a:r>
            <a:r>
              <a:rPr lang="ja-JP" altLang="en-US" sz="2400" dirty="0" smtClean="0"/>
              <a:t>部門金賞受賞</a:t>
            </a:r>
            <a:endParaRPr lang="en-US" altLang="ja-JP" sz="2400" dirty="0" smtClean="0"/>
          </a:p>
          <a:p>
            <a:pPr marL="0" indent="0">
              <a:buNone/>
            </a:pPr>
            <a:r>
              <a:rPr lang="en-US" altLang="ja-JP" sz="2400" dirty="0" smtClean="0"/>
              <a:t>2022</a:t>
            </a:r>
            <a:r>
              <a:rPr lang="ja-JP" altLang="en-US" sz="2400" dirty="0" smtClean="0"/>
              <a:t>年</a:t>
            </a:r>
            <a:endParaRPr lang="en-US" altLang="ja-JP" sz="2400" dirty="0" smtClean="0"/>
          </a:p>
          <a:p>
            <a:pPr marL="0" indent="0">
              <a:buNone/>
            </a:pPr>
            <a:r>
              <a:rPr lang="ja-JP" altLang="en-US" sz="2400" dirty="0" smtClean="0"/>
              <a:t>・ニコニコ自作ゲーム文化</a:t>
            </a:r>
            <a:r>
              <a:rPr lang="ja-JP" altLang="en-US" sz="2400" dirty="0" smtClean="0"/>
              <a:t>祭</a:t>
            </a:r>
            <a:endParaRPr lang="en-US" altLang="ja-JP" sz="2400" dirty="0"/>
          </a:p>
          <a:p>
            <a:pPr marL="0" indent="0">
              <a:buNone/>
            </a:pPr>
            <a:r>
              <a:rPr lang="ja-JP" altLang="en-US" sz="2400" dirty="0"/>
              <a:t>　</a:t>
            </a:r>
            <a:r>
              <a:rPr lang="ja-JP" altLang="en-US" sz="2400" dirty="0" smtClean="0"/>
              <a:t>協賛</a:t>
            </a:r>
            <a:r>
              <a:rPr lang="ja-JP" altLang="en-US" sz="2400" dirty="0" smtClean="0"/>
              <a:t>企業賞</a:t>
            </a:r>
            <a:r>
              <a:rPr lang="en-US" altLang="ja-JP" sz="2400" dirty="0" smtClean="0"/>
              <a:t>(</a:t>
            </a:r>
            <a:r>
              <a:rPr lang="en-US" altLang="ja-JP" sz="2400" dirty="0" err="1" smtClean="0"/>
              <a:t>Gotcha</a:t>
            </a:r>
            <a:r>
              <a:rPr lang="en-US" altLang="ja-JP" sz="2400" dirty="0" smtClean="0"/>
              <a:t> </a:t>
            </a:r>
            <a:r>
              <a:rPr lang="en-US" altLang="ja-JP" sz="2400" dirty="0" err="1" smtClean="0"/>
              <a:t>Gotcha</a:t>
            </a:r>
            <a:r>
              <a:rPr lang="en-US" altLang="ja-JP" sz="2400" dirty="0" smtClean="0"/>
              <a:t> Games</a:t>
            </a:r>
            <a:r>
              <a:rPr lang="ja-JP" altLang="en-US" sz="2400" dirty="0" smtClean="0"/>
              <a:t>賞</a:t>
            </a:r>
            <a:r>
              <a:rPr lang="en-US" altLang="ja-JP" sz="2400" dirty="0" smtClean="0"/>
              <a:t>)</a:t>
            </a:r>
          </a:p>
          <a:p>
            <a:pPr marL="0" indent="0">
              <a:buNone/>
            </a:pPr>
            <a:endParaRPr lang="en-US" altLang="ja-JP" sz="2400" dirty="0" smtClean="0"/>
          </a:p>
          <a:p>
            <a:pPr marL="0" indent="0">
              <a:buNone/>
            </a:pPr>
            <a:endParaRPr kumimoji="1" lang="ja-JP" altLang="en-US" sz="2400" dirty="0"/>
          </a:p>
        </p:txBody>
      </p:sp>
    </p:spTree>
    <p:extLst>
      <p:ext uri="{BB962C8B-B14F-4D97-AF65-F5344CB8AC3E}">
        <p14:creationId xmlns:p14="http://schemas.microsoft.com/office/powerpoint/2010/main" val="3245585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活動歴</a:t>
            </a:r>
            <a:endParaRPr kumimoji="1" lang="ja-JP" altLang="en-US" dirty="0"/>
          </a:p>
        </p:txBody>
      </p:sp>
      <p:sp>
        <p:nvSpPr>
          <p:cNvPr id="3" name="コンテンツ プレースホルダー 2"/>
          <p:cNvSpPr>
            <a:spLocks noGrp="1"/>
          </p:cNvSpPr>
          <p:nvPr>
            <p:ph idx="1"/>
          </p:nvPr>
        </p:nvSpPr>
        <p:spPr>
          <a:xfrm>
            <a:off x="646111" y="1249250"/>
            <a:ext cx="6991060" cy="5267459"/>
          </a:xfrm>
        </p:spPr>
        <p:txBody>
          <a:bodyPr/>
          <a:lstStyle/>
          <a:p>
            <a:pPr marL="0" indent="0">
              <a:buNone/>
            </a:pPr>
            <a:r>
              <a:rPr lang="ja-JP" altLang="en-US" dirty="0" smtClean="0"/>
              <a:t>　中学時代から個人で</a:t>
            </a:r>
            <a:r>
              <a:rPr lang="en-US" altLang="ja-JP" dirty="0" smtClean="0"/>
              <a:t>RPG</a:t>
            </a:r>
            <a:r>
              <a:rPr lang="ja-JP" altLang="en-US" dirty="0" smtClean="0"/>
              <a:t>ツクール</a:t>
            </a:r>
            <a:r>
              <a:rPr lang="en-US" altLang="ja-JP" dirty="0" smtClean="0"/>
              <a:t>VX Ace(Ruby</a:t>
            </a:r>
            <a:r>
              <a:rPr lang="ja-JP" altLang="en-US" dirty="0" smtClean="0"/>
              <a:t>で開発された</a:t>
            </a:r>
            <a:r>
              <a:rPr lang="en-US" altLang="ja-JP" dirty="0" smtClean="0"/>
              <a:t>DirectX</a:t>
            </a:r>
            <a:r>
              <a:rPr lang="ja-JP" altLang="en-US" dirty="0" smtClean="0"/>
              <a:t>を用いる</a:t>
            </a:r>
            <a:r>
              <a:rPr lang="en-US" altLang="ja-JP" dirty="0" smtClean="0"/>
              <a:t>Windows</a:t>
            </a:r>
            <a:r>
              <a:rPr lang="ja-JP" altLang="en-US" dirty="0" smtClean="0"/>
              <a:t>アプリ</a:t>
            </a:r>
            <a:r>
              <a:rPr lang="en-US" altLang="ja-JP" dirty="0" smtClean="0"/>
              <a:t>)</a:t>
            </a:r>
            <a:r>
              <a:rPr lang="ja-JP" altLang="en-US" dirty="0" smtClean="0"/>
              <a:t>を用いてフリーゲーム</a:t>
            </a:r>
            <a:r>
              <a:rPr lang="ja-JP" altLang="en-US" dirty="0"/>
              <a:t>開発</a:t>
            </a:r>
            <a:r>
              <a:rPr lang="ja-JP" altLang="en-US" dirty="0" smtClean="0"/>
              <a:t>を行い、ゲームエンジンに独自の仕様を実装するために独学でプログラミングを学び始める</a:t>
            </a:r>
            <a:endParaRPr lang="en-US" altLang="ja-JP" dirty="0" smtClean="0"/>
          </a:p>
          <a:p>
            <a:pPr marL="0" indent="0">
              <a:buNone/>
            </a:pPr>
            <a:r>
              <a:rPr lang="ja-JP" altLang="en-US" dirty="0" smtClean="0"/>
              <a:t>　高校進学後は同シリーズの続編である</a:t>
            </a:r>
            <a:r>
              <a:rPr lang="en-US" altLang="ja-JP" dirty="0" smtClean="0"/>
              <a:t>RPG</a:t>
            </a:r>
            <a:r>
              <a:rPr lang="ja-JP" altLang="en-US" dirty="0" smtClean="0"/>
              <a:t>ツクール</a:t>
            </a:r>
            <a:r>
              <a:rPr lang="en-US" altLang="ja-JP" dirty="0" smtClean="0"/>
              <a:t>MV(NW.js</a:t>
            </a:r>
            <a:r>
              <a:rPr lang="ja-JP" altLang="en-US" dirty="0" smtClean="0"/>
              <a:t>で開発されたマルチプラットフォームアプリ</a:t>
            </a:r>
            <a:r>
              <a:rPr lang="en-US" altLang="ja-JP" dirty="0" smtClean="0"/>
              <a:t>)</a:t>
            </a:r>
            <a:r>
              <a:rPr lang="ja-JP" altLang="en-US" dirty="0" smtClean="0"/>
              <a:t>を用いて</a:t>
            </a:r>
            <a:r>
              <a:rPr lang="ja-JP" altLang="en-US" dirty="0"/>
              <a:t>開発</a:t>
            </a:r>
            <a:r>
              <a:rPr lang="ja-JP" altLang="en-US" dirty="0" smtClean="0"/>
              <a:t>を続け、前項のふりー</a:t>
            </a:r>
            <a:r>
              <a:rPr lang="ja-JP" altLang="en-US" dirty="0" err="1" smtClean="0"/>
              <a:t>む</a:t>
            </a:r>
            <a:r>
              <a:rPr lang="ja-JP" altLang="en-US" dirty="0" smtClean="0"/>
              <a:t>！ゲームコンテストにて</a:t>
            </a:r>
            <a:r>
              <a:rPr lang="en-US" altLang="ja-JP" dirty="0" smtClean="0"/>
              <a:t>354</a:t>
            </a:r>
            <a:r>
              <a:rPr lang="ja-JP" altLang="en-US" dirty="0" smtClean="0"/>
              <a:t>作品の中から長編</a:t>
            </a:r>
            <a:r>
              <a:rPr lang="en-US" altLang="ja-JP" dirty="0" smtClean="0"/>
              <a:t>RPG</a:t>
            </a:r>
            <a:r>
              <a:rPr lang="ja-JP" altLang="en-US" dirty="0" smtClean="0"/>
              <a:t>部門を受賞したことがきっかけとなり、有料のゲームの開発を始める</a:t>
            </a:r>
            <a:endParaRPr lang="en-US" altLang="ja-JP" dirty="0" smtClean="0"/>
          </a:p>
          <a:p>
            <a:pPr marL="0" indent="0">
              <a:buNone/>
            </a:pPr>
            <a:endParaRPr lang="en-US" altLang="ja-JP" dirty="0" smtClean="0"/>
          </a:p>
          <a:p>
            <a:pPr marL="0" indent="0">
              <a:buNone/>
            </a:pPr>
            <a:endParaRPr lang="en-US" altLang="ja-JP" dirty="0" smtClean="0"/>
          </a:p>
        </p:txBody>
      </p:sp>
      <p:pic>
        <p:nvPicPr>
          <p:cNvPr id="5" name="図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7171" y="3329187"/>
            <a:ext cx="4406721" cy="3305041"/>
          </a:xfrm>
          <a:prstGeom prst="rect">
            <a:avLst/>
          </a:prstGeom>
        </p:spPr>
      </p:pic>
    </p:spTree>
    <p:extLst>
      <p:ext uri="{BB962C8B-B14F-4D97-AF65-F5344CB8AC3E}">
        <p14:creationId xmlns:p14="http://schemas.microsoft.com/office/powerpoint/2010/main" val="3853847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活動歴</a:t>
            </a:r>
            <a:endParaRPr kumimoji="1" lang="ja-JP" altLang="en-US" dirty="0"/>
          </a:p>
        </p:txBody>
      </p:sp>
      <p:sp>
        <p:nvSpPr>
          <p:cNvPr id="3" name="コンテンツ プレースホルダー 2"/>
          <p:cNvSpPr>
            <a:spLocks noGrp="1"/>
          </p:cNvSpPr>
          <p:nvPr>
            <p:ph idx="1"/>
          </p:nvPr>
        </p:nvSpPr>
        <p:spPr>
          <a:xfrm>
            <a:off x="646112" y="1473369"/>
            <a:ext cx="7802430" cy="4195481"/>
          </a:xfrm>
        </p:spPr>
        <p:txBody>
          <a:bodyPr>
            <a:normAutofit/>
          </a:bodyPr>
          <a:lstStyle/>
          <a:p>
            <a:pPr marL="0" indent="0">
              <a:buNone/>
            </a:pPr>
            <a:r>
              <a:rPr lang="ja-JP" altLang="en-US" dirty="0" smtClean="0"/>
              <a:t>　国内外</a:t>
            </a:r>
            <a:r>
              <a:rPr lang="ja-JP" altLang="en-US" dirty="0"/>
              <a:t>のゲーム開発者計</a:t>
            </a:r>
            <a:r>
              <a:rPr lang="en-US" altLang="ja-JP" dirty="0"/>
              <a:t>100</a:t>
            </a:r>
            <a:r>
              <a:rPr lang="ja-JP" altLang="en-US" dirty="0"/>
              <a:t>人以上に無償・有償で</a:t>
            </a:r>
            <a:r>
              <a:rPr lang="ja-JP" altLang="en-US" dirty="0" smtClean="0"/>
              <a:t>技術提供</a:t>
            </a:r>
            <a:r>
              <a:rPr lang="ja-JP" altLang="en-US" dirty="0"/>
              <a:t>を行い開発資金を集め、</a:t>
            </a:r>
            <a:r>
              <a:rPr lang="en-US" altLang="ja-JP" dirty="0"/>
              <a:t>2019</a:t>
            </a:r>
            <a:r>
              <a:rPr lang="ja-JP" altLang="en-US" dirty="0"/>
              <a:t>年に秋葉原にて</a:t>
            </a:r>
            <a:r>
              <a:rPr lang="ja-JP" altLang="en-US" dirty="0" smtClean="0"/>
              <a:t>行われた個人</a:t>
            </a:r>
            <a:r>
              <a:rPr lang="ja-JP" altLang="en-US" dirty="0"/>
              <a:t>ゲーム開発者のオフラインイベント「デジゲー博」</a:t>
            </a:r>
            <a:r>
              <a:rPr lang="ja-JP" altLang="en-US" dirty="0" smtClean="0"/>
              <a:t>に個人</a:t>
            </a:r>
            <a:r>
              <a:rPr lang="ja-JP" altLang="en-US" dirty="0"/>
              <a:t>サークルとして参加、</a:t>
            </a:r>
            <a:r>
              <a:rPr lang="en-US" altLang="ja-JP" dirty="0"/>
              <a:t>2021</a:t>
            </a:r>
            <a:r>
              <a:rPr lang="ja-JP" altLang="en-US" dirty="0"/>
              <a:t>年に先述のゲーム</a:t>
            </a:r>
            <a:r>
              <a:rPr lang="ja-JP" altLang="en-US" dirty="0" smtClean="0"/>
              <a:t>を</a:t>
            </a:r>
            <a:r>
              <a:rPr lang="en-US" altLang="ja-JP" dirty="0" smtClean="0"/>
              <a:t>Steam</a:t>
            </a:r>
            <a:r>
              <a:rPr lang="ja-JP" altLang="en-US" dirty="0"/>
              <a:t>上にてリリース</a:t>
            </a:r>
            <a:endParaRPr lang="en-US" altLang="ja-JP" dirty="0"/>
          </a:p>
          <a:p>
            <a:pPr marL="0" indent="0">
              <a:buNone/>
            </a:pPr>
            <a:r>
              <a:rPr kumimoji="1" lang="ja-JP" altLang="en-US" dirty="0" smtClean="0"/>
              <a:t>　また自身によるゲーム制作以外では個人主催のゲームコンテスト「</a:t>
            </a:r>
            <a:r>
              <a:rPr kumimoji="1" lang="ja-JP" altLang="en-US" dirty="0" smtClean="0">
                <a:hlinkClick r:id="rId2"/>
              </a:rPr>
              <a:t>明るいゲーム選手権</a:t>
            </a:r>
            <a:r>
              <a:rPr kumimoji="1" lang="ja-JP" altLang="en-US" dirty="0" smtClean="0"/>
              <a:t>」の運営メンバーとして計</a:t>
            </a:r>
            <a:r>
              <a:rPr lang="en-US" altLang="ja-JP" dirty="0"/>
              <a:t>5</a:t>
            </a:r>
            <a:r>
              <a:rPr kumimoji="1" lang="en-US" altLang="ja-JP" dirty="0" smtClean="0"/>
              <a:t>0</a:t>
            </a:r>
            <a:r>
              <a:rPr kumimoji="1" lang="ja-JP" altLang="en-US" dirty="0" smtClean="0"/>
              <a:t>作品以上を審査したり、海外の有志が開発したフリーゲームの英日翻訳などを経験</a:t>
            </a:r>
            <a:r>
              <a:rPr kumimoji="1" lang="ja-JP" altLang="en-US" dirty="0" smtClean="0"/>
              <a:t>した</a:t>
            </a:r>
            <a:endParaRPr kumimoji="1" lang="en-US" altLang="ja-JP" dirty="0" smtClean="0"/>
          </a:p>
          <a:p>
            <a:pPr marL="0" indent="0">
              <a:buNone/>
            </a:pPr>
            <a:endParaRPr lang="en-US" altLang="ja-JP" dirty="0"/>
          </a:p>
          <a:p>
            <a:pPr marL="0" indent="0">
              <a:buNone/>
            </a:pPr>
            <a:r>
              <a:rPr kumimoji="1" lang="ja-JP" altLang="en-US" dirty="0" smtClean="0"/>
              <a:t>■トレイラー</a:t>
            </a:r>
            <a:endParaRPr kumimoji="1" lang="en-US" altLang="ja-JP" dirty="0" smtClean="0"/>
          </a:p>
          <a:p>
            <a:pPr marL="0" indent="0">
              <a:buNone/>
            </a:pPr>
            <a:r>
              <a:rPr lang="en-US" altLang="ja-JP" dirty="0">
                <a:hlinkClick r:id="rId3"/>
              </a:rPr>
              <a:t>https://</a:t>
            </a:r>
            <a:r>
              <a:rPr lang="en-US" altLang="ja-JP" dirty="0" smtClean="0">
                <a:hlinkClick r:id="rId3"/>
              </a:rPr>
              <a:t>twitter.com/microtrailers/status/1488785334158737408</a:t>
            </a:r>
            <a:endParaRPr lang="en-US" altLang="ja-JP" dirty="0" smtClean="0"/>
          </a:p>
          <a:p>
            <a:pPr marL="0" indent="0">
              <a:buNone/>
            </a:pPr>
            <a:endParaRPr kumimoji="1" lang="ja-JP" altLang="en-US" dirty="0"/>
          </a:p>
        </p:txBody>
      </p:sp>
      <p:pic>
        <p:nvPicPr>
          <p:cNvPr id="4" name="図 3"/>
          <p:cNvPicPr>
            <a:picLocks noChangeAspect="1"/>
          </p:cNvPicPr>
          <p:nvPr/>
        </p:nvPicPr>
        <p:blipFill>
          <a:blip r:embed="rId4"/>
          <a:stretch>
            <a:fillRect/>
          </a:stretch>
        </p:blipFill>
        <p:spPr>
          <a:xfrm>
            <a:off x="7356639" y="3979572"/>
            <a:ext cx="4426523" cy="2709929"/>
          </a:xfrm>
          <a:prstGeom prst="rect">
            <a:avLst/>
          </a:prstGeom>
        </p:spPr>
      </p:pic>
    </p:spTree>
    <p:extLst>
      <p:ext uri="{BB962C8B-B14F-4D97-AF65-F5344CB8AC3E}">
        <p14:creationId xmlns:p14="http://schemas.microsoft.com/office/powerpoint/2010/main" val="1794689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4400" dirty="0"/>
              <a:t>その他の</a:t>
            </a:r>
            <a:r>
              <a:rPr lang="ja-JP" altLang="en-US" sz="4400" dirty="0" smtClean="0"/>
              <a:t>実績</a:t>
            </a:r>
            <a:endParaRPr kumimoji="1" lang="ja-JP" altLang="en-US" dirty="0"/>
          </a:p>
        </p:txBody>
      </p:sp>
      <p:sp>
        <p:nvSpPr>
          <p:cNvPr id="3" name="コンテンツ プレースホルダー 2"/>
          <p:cNvSpPr>
            <a:spLocks noGrp="1"/>
          </p:cNvSpPr>
          <p:nvPr>
            <p:ph idx="1"/>
          </p:nvPr>
        </p:nvSpPr>
        <p:spPr>
          <a:xfrm>
            <a:off x="646110" y="1619676"/>
            <a:ext cx="10705061" cy="4610436"/>
          </a:xfrm>
        </p:spPr>
        <p:txBody>
          <a:bodyPr>
            <a:normAutofit/>
          </a:bodyPr>
          <a:lstStyle/>
          <a:p>
            <a:pPr marL="0" indent="0">
              <a:buNone/>
            </a:pPr>
            <a:r>
              <a:rPr lang="ja-JP" altLang="en-US" dirty="0" smtClean="0"/>
              <a:t>ムツアナ</a:t>
            </a:r>
            <a:r>
              <a:rPr lang="en-US" altLang="ja-JP" dirty="0" smtClean="0"/>
              <a:t>(2021</a:t>
            </a:r>
            <a:r>
              <a:rPr lang="ja-JP" altLang="en-US" dirty="0" smtClean="0"/>
              <a:t>年</a:t>
            </a:r>
            <a:r>
              <a:rPr lang="en-US" altLang="ja-JP" dirty="0" smtClean="0"/>
              <a:t>)</a:t>
            </a:r>
          </a:p>
          <a:p>
            <a:pPr marL="0" indent="0">
              <a:buNone/>
            </a:pPr>
            <a:r>
              <a:rPr lang="en-US" altLang="ja-JP" dirty="0" smtClean="0"/>
              <a:t>2022</a:t>
            </a:r>
            <a:r>
              <a:rPr lang="ja-JP" altLang="en-US" dirty="0" smtClean="0"/>
              <a:t>年</a:t>
            </a:r>
            <a:r>
              <a:rPr lang="en-US" altLang="ja-JP" dirty="0" smtClean="0"/>
              <a:t>	</a:t>
            </a:r>
            <a:r>
              <a:rPr lang="ja-JP" altLang="en-US" dirty="0" smtClean="0"/>
              <a:t>ニコニコ</a:t>
            </a:r>
            <a:r>
              <a:rPr lang="ja-JP" altLang="en-US" dirty="0"/>
              <a:t>自作ゲーム文化</a:t>
            </a:r>
            <a:r>
              <a:rPr lang="ja-JP" altLang="en-US" dirty="0" smtClean="0"/>
              <a:t>祭</a:t>
            </a:r>
            <a:endParaRPr lang="en-US" altLang="ja-JP" dirty="0" smtClean="0"/>
          </a:p>
          <a:p>
            <a:pPr marL="0" indent="0">
              <a:buNone/>
            </a:pPr>
            <a:r>
              <a:rPr lang="en-US" altLang="ja-JP" dirty="0"/>
              <a:t>	</a:t>
            </a:r>
            <a:r>
              <a:rPr lang="en-US" altLang="ja-JP" dirty="0" smtClean="0"/>
              <a:t>	</a:t>
            </a:r>
            <a:r>
              <a:rPr lang="en-US" altLang="ja-JP" dirty="0" err="1" smtClean="0"/>
              <a:t>Gotcha</a:t>
            </a:r>
            <a:r>
              <a:rPr lang="en-US" altLang="ja-JP" dirty="0" smtClean="0"/>
              <a:t> </a:t>
            </a:r>
            <a:r>
              <a:rPr lang="en-US" altLang="ja-JP" dirty="0" err="1"/>
              <a:t>Gotcha</a:t>
            </a:r>
            <a:r>
              <a:rPr lang="en-US" altLang="ja-JP" dirty="0"/>
              <a:t> Games</a:t>
            </a:r>
            <a:r>
              <a:rPr lang="ja-JP" altLang="en-US" dirty="0" smtClean="0"/>
              <a:t>賞受賞</a:t>
            </a:r>
            <a:endParaRPr lang="en-US" altLang="ja-JP" dirty="0" smtClean="0"/>
          </a:p>
          <a:p>
            <a:pPr marL="0" indent="0">
              <a:buNone/>
            </a:pPr>
            <a:r>
              <a:rPr kumimoji="1" lang="ja-JP" altLang="en-US" dirty="0" smtClean="0"/>
              <a:t>　短編</a:t>
            </a:r>
            <a:r>
              <a:rPr lang="ja-JP" altLang="en-US" dirty="0" smtClean="0"/>
              <a:t>探索</a:t>
            </a:r>
            <a:r>
              <a:rPr lang="ja-JP" altLang="en-US" dirty="0"/>
              <a:t>ゲーム。</a:t>
            </a:r>
            <a:r>
              <a:rPr kumimoji="1" lang="ja-JP" altLang="en-US" dirty="0" smtClean="0"/>
              <a:t>マンダラチャートを用いてアイデア出しを行い、「ぶきあつめ」や「ゆめにっき」のように「新しく手に入れた能力で進める場所が増える」システムにたどり着き、</a:t>
            </a:r>
            <a:r>
              <a:rPr lang="ja-JP" altLang="en-US" dirty="0"/>
              <a:t>ダークさ</a:t>
            </a:r>
            <a:r>
              <a:rPr lang="ja-JP" altLang="en-US" dirty="0" smtClean="0"/>
              <a:t>やホラー特有の謎がある怖さなどを組み合わせた結果「死骸をまとい先に進む」というコンセプトが生まれた。</a:t>
            </a:r>
            <a:endParaRPr lang="en-US" altLang="ja-JP" dirty="0" smtClean="0"/>
          </a:p>
          <a:p>
            <a:pPr marL="0" indent="0">
              <a:buNone/>
            </a:pPr>
            <a:endParaRPr kumimoji="1" lang="en-US" altLang="ja-JP" dirty="0" smtClean="0"/>
          </a:p>
          <a:p>
            <a:pPr marL="0" indent="0">
              <a:buNone/>
            </a:pPr>
            <a:r>
              <a:rPr lang="ja-JP" altLang="en-US" dirty="0" smtClean="0"/>
              <a:t>■トレイラー</a:t>
            </a:r>
            <a:r>
              <a:rPr lang="en-US" altLang="ja-JP" dirty="0"/>
              <a:t> </a:t>
            </a:r>
            <a:r>
              <a:rPr lang="en-US" altLang="ja-JP" dirty="0" smtClean="0">
                <a:hlinkClick r:id="rId4"/>
              </a:rPr>
              <a:t>https</a:t>
            </a:r>
            <a:r>
              <a:rPr lang="en-US" altLang="ja-JP" dirty="0">
                <a:hlinkClick r:id="rId4"/>
              </a:rPr>
              <a:t>://</a:t>
            </a:r>
            <a:r>
              <a:rPr lang="en-US" altLang="ja-JP" dirty="0" smtClean="0">
                <a:hlinkClick r:id="rId4"/>
              </a:rPr>
              <a:t>twitter.com/nico_indiesgame/status/1473263595492626434</a:t>
            </a:r>
            <a:endParaRPr lang="en-US" altLang="ja-JP" dirty="0" smtClean="0"/>
          </a:p>
          <a:p>
            <a:pPr marL="0" indent="0">
              <a:buNone/>
            </a:pPr>
            <a:r>
              <a:rPr lang="ja-JP" altLang="en-US" dirty="0" smtClean="0"/>
              <a:t>■</a:t>
            </a:r>
            <a:r>
              <a:rPr lang="en-US" altLang="ja-JP" dirty="0" smtClean="0"/>
              <a:t>URL </a:t>
            </a:r>
            <a:r>
              <a:rPr lang="en-US" altLang="ja-JP" dirty="0" smtClean="0">
                <a:hlinkClick r:id="rId5"/>
              </a:rPr>
              <a:t>https</a:t>
            </a:r>
            <a:r>
              <a:rPr lang="en-US" altLang="ja-JP" dirty="0">
                <a:hlinkClick r:id="rId5"/>
              </a:rPr>
              <a:t>://</a:t>
            </a:r>
            <a:r>
              <a:rPr lang="en-US" altLang="ja-JP" dirty="0" smtClean="0">
                <a:hlinkClick r:id="rId5"/>
              </a:rPr>
              <a:t>game.nicovideo.jp/atsumaru/games/gm23553</a:t>
            </a:r>
            <a:endParaRPr lang="en-US" altLang="ja-JP" dirty="0" smtClean="0"/>
          </a:p>
          <a:p>
            <a:pPr marL="0" indent="0">
              <a:buNone/>
            </a:pPr>
            <a:endParaRPr lang="en-US" altLang="ja-JP" dirty="0" smtClean="0"/>
          </a:p>
        </p:txBody>
      </p:sp>
      <p:pic>
        <p:nvPicPr>
          <p:cNvPr id="6" name="ic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8857910" y="225768"/>
            <a:ext cx="3048000" cy="2381250"/>
          </a:xfrm>
          <a:prstGeom prst="rect">
            <a:avLst/>
          </a:prstGeom>
        </p:spPr>
      </p:pic>
    </p:spTree>
    <p:extLst>
      <p:ext uri="{BB962C8B-B14F-4D97-AF65-F5344CB8AC3E}">
        <p14:creationId xmlns:p14="http://schemas.microsoft.com/office/powerpoint/2010/main" val="392064981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4400" dirty="0"/>
              <a:t>その他の</a:t>
            </a:r>
            <a:r>
              <a:rPr lang="ja-JP" altLang="en-US" sz="4400" dirty="0" smtClean="0"/>
              <a:t>実績</a:t>
            </a:r>
            <a:endParaRPr kumimoji="1" lang="ja-JP" altLang="en-US" dirty="0"/>
          </a:p>
        </p:txBody>
      </p:sp>
      <p:sp>
        <p:nvSpPr>
          <p:cNvPr id="3" name="コンテンツ プレースホルダー 2"/>
          <p:cNvSpPr>
            <a:spLocks noGrp="1"/>
          </p:cNvSpPr>
          <p:nvPr>
            <p:ph idx="1"/>
          </p:nvPr>
        </p:nvSpPr>
        <p:spPr>
          <a:xfrm>
            <a:off x="646111" y="1619676"/>
            <a:ext cx="7699312" cy="4610436"/>
          </a:xfrm>
        </p:spPr>
        <p:txBody>
          <a:bodyPr>
            <a:normAutofit/>
          </a:bodyPr>
          <a:lstStyle/>
          <a:p>
            <a:pPr marL="0" indent="0">
              <a:buNone/>
            </a:pPr>
            <a:r>
              <a:rPr lang="en-US" altLang="ja-JP" dirty="0" smtClean="0"/>
              <a:t>Die Mutter(</a:t>
            </a:r>
            <a:r>
              <a:rPr lang="ja-JP" altLang="en-US" dirty="0" smtClean="0"/>
              <a:t>ディームッター</a:t>
            </a:r>
            <a:r>
              <a:rPr lang="en-US" altLang="ja-JP" dirty="0" smtClean="0"/>
              <a:t>)(2021</a:t>
            </a:r>
            <a:r>
              <a:rPr lang="ja-JP" altLang="en-US" dirty="0" smtClean="0"/>
              <a:t>年</a:t>
            </a:r>
            <a:r>
              <a:rPr lang="en-US" altLang="ja-JP" dirty="0" smtClean="0"/>
              <a:t>)</a:t>
            </a:r>
          </a:p>
          <a:p>
            <a:pPr marL="0" indent="0">
              <a:buNone/>
            </a:pPr>
            <a:r>
              <a:rPr kumimoji="1" lang="ja-JP" altLang="en-US" dirty="0" smtClean="0"/>
              <a:t>　レトロゲーム風の</a:t>
            </a:r>
            <a:r>
              <a:rPr kumimoji="1" lang="en-US" altLang="ja-JP" dirty="0" smtClean="0"/>
              <a:t>SF</a:t>
            </a:r>
            <a:r>
              <a:rPr kumimoji="1" lang="ja-JP" altLang="en-US" dirty="0" smtClean="0"/>
              <a:t>短編</a:t>
            </a:r>
            <a:r>
              <a:rPr kumimoji="1" lang="en-US" altLang="ja-JP" dirty="0" smtClean="0"/>
              <a:t>RPG</a:t>
            </a:r>
            <a:r>
              <a:rPr kumimoji="1" lang="ja-JP" altLang="en-US" dirty="0" err="1" smtClean="0"/>
              <a:t>。</a:t>
            </a:r>
            <a:r>
              <a:rPr lang="ja-JP" altLang="en-US" dirty="0"/>
              <a:t>敵がドロップ</a:t>
            </a:r>
            <a:r>
              <a:rPr lang="ja-JP" altLang="en-US" dirty="0" smtClean="0"/>
              <a:t>する肉片と血と設計図を集めて</a:t>
            </a:r>
            <a:r>
              <a:rPr lang="en-US" altLang="ja-JP" dirty="0" smtClean="0"/>
              <a:t>Die Mutter</a:t>
            </a:r>
            <a:r>
              <a:rPr lang="ja-JP" altLang="en-US" dirty="0" smtClean="0"/>
              <a:t>と呼ばれる機械に入れると復元できる。</a:t>
            </a:r>
            <a:endParaRPr lang="en-US" altLang="ja-JP" dirty="0" smtClean="0"/>
          </a:p>
          <a:p>
            <a:pPr marL="0" indent="0">
              <a:buNone/>
            </a:pPr>
            <a:r>
              <a:rPr lang="ja-JP" altLang="en-US" dirty="0" smtClean="0"/>
              <a:t>　ドラクエモンスターズや女神転生のように敵を仲間にしていくゲームを作ることから</a:t>
            </a:r>
            <a:r>
              <a:rPr lang="en-US" altLang="ja-JP" dirty="0" smtClean="0"/>
              <a:t>『</a:t>
            </a:r>
            <a:r>
              <a:rPr lang="ja-JP" altLang="en-US" dirty="0" smtClean="0"/>
              <a:t>命を作る</a:t>
            </a:r>
            <a:r>
              <a:rPr lang="en-US" altLang="ja-JP" dirty="0" smtClean="0"/>
              <a:t>RPG』</a:t>
            </a:r>
            <a:r>
              <a:rPr lang="ja-JP" altLang="en-US" dirty="0" smtClean="0"/>
              <a:t>というコンセプトになった。</a:t>
            </a:r>
            <a:endParaRPr lang="en-US" altLang="ja-JP" dirty="0" smtClean="0"/>
          </a:p>
          <a:p>
            <a:pPr marL="0" indent="0">
              <a:buNone/>
            </a:pPr>
            <a:r>
              <a:rPr lang="ja-JP" altLang="en-US" dirty="0"/>
              <a:t>　</a:t>
            </a:r>
            <a:r>
              <a:rPr lang="ja-JP" altLang="en-US" dirty="0" smtClean="0"/>
              <a:t>イラストの工数削減と自分自身がドット絵に一過言あるという点からドット絵調のグラフィックと演出にこだわったが、それが功を奏してか国内外から多く評判をいただいた。</a:t>
            </a:r>
            <a:endParaRPr lang="en-US" altLang="ja-JP" dirty="0"/>
          </a:p>
          <a:p>
            <a:pPr marL="0" indent="0">
              <a:buNone/>
            </a:pPr>
            <a:endParaRPr lang="en-US" altLang="ja-JP" dirty="0" smtClean="0"/>
          </a:p>
          <a:p>
            <a:pPr marL="0" indent="0">
              <a:buNone/>
            </a:pPr>
            <a:r>
              <a:rPr lang="ja-JP" altLang="en-US" dirty="0" smtClean="0"/>
              <a:t>■</a:t>
            </a:r>
            <a:r>
              <a:rPr lang="en-US" altLang="ja-JP" dirty="0" smtClean="0"/>
              <a:t>URL</a:t>
            </a:r>
          </a:p>
          <a:p>
            <a:pPr marL="0" indent="0">
              <a:buNone/>
            </a:pPr>
            <a:r>
              <a:rPr lang="en-US" altLang="ja-JP" dirty="0">
                <a:hlinkClick r:id="rId4"/>
              </a:rPr>
              <a:t>https://</a:t>
            </a:r>
            <a:r>
              <a:rPr lang="en-US" altLang="ja-JP" dirty="0" smtClean="0">
                <a:hlinkClick r:id="rId4"/>
              </a:rPr>
              <a:t>game.nicovideo.jp/atsumaru/games/gm19372</a:t>
            </a:r>
            <a:endParaRPr lang="en-US" altLang="ja-JP" dirty="0" smtClean="0"/>
          </a:p>
        </p:txBody>
      </p:sp>
      <p:pic>
        <p:nvPicPr>
          <p:cNvPr id="7" name="図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83371" y="3924894"/>
            <a:ext cx="2438400" cy="2133600"/>
          </a:xfrm>
          <a:prstGeom prst="rect">
            <a:avLst/>
          </a:prstGeom>
        </p:spPr>
      </p:pic>
      <p:pic>
        <p:nvPicPr>
          <p:cNvPr id="8" name="thumb">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9283371" y="1619676"/>
            <a:ext cx="2286000" cy="1676400"/>
          </a:xfrm>
          <a:prstGeom prst="rect">
            <a:avLst/>
          </a:prstGeom>
        </p:spPr>
      </p:pic>
    </p:spTree>
    <p:extLst>
      <p:ext uri="{BB962C8B-B14F-4D97-AF65-F5344CB8AC3E}">
        <p14:creationId xmlns:p14="http://schemas.microsoft.com/office/powerpoint/2010/main" val="105856775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8"/>
                                        </p:tgtEl>
                                      </p:cBhvr>
                                    </p:cmd>
                                  </p:childTnLst>
                                </p:cTn>
                              </p:par>
                            </p:childTnLst>
                          </p:cTn>
                        </p:par>
                      </p:childTnLst>
                    </p:cTn>
                  </p:par>
                </p:childTnLst>
              </p:cTn>
              <p:nextCondLst>
                <p:cond evt="onClick" delay="0">
                  <p:tgtEl>
                    <p:spTgt spid="8"/>
                  </p:tgtEl>
                </p:cond>
              </p:nextCondLst>
            </p:seq>
            <p:video>
              <p:cMediaNode vol="80000">
                <p:cTn id="7" fill="hold" display="0">
                  <p:stCondLst>
                    <p:cond delay="indefinite"/>
                  </p:stCondLst>
                </p:cTn>
                <p:tgtEl>
                  <p:spTgt spid="8"/>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4400" dirty="0"/>
              <a:t>その他の</a:t>
            </a:r>
            <a:r>
              <a:rPr lang="ja-JP" altLang="en-US" sz="4400" dirty="0" smtClean="0"/>
              <a:t>実績</a:t>
            </a:r>
            <a:endParaRPr kumimoji="1" lang="ja-JP" altLang="en-US" dirty="0"/>
          </a:p>
        </p:txBody>
      </p:sp>
      <p:sp>
        <p:nvSpPr>
          <p:cNvPr id="3" name="コンテンツ プレースホルダー 2"/>
          <p:cNvSpPr>
            <a:spLocks noGrp="1"/>
          </p:cNvSpPr>
          <p:nvPr>
            <p:ph idx="1"/>
          </p:nvPr>
        </p:nvSpPr>
        <p:spPr>
          <a:xfrm>
            <a:off x="646110" y="1182414"/>
            <a:ext cx="8702841" cy="5047698"/>
          </a:xfrm>
        </p:spPr>
        <p:txBody>
          <a:bodyPr>
            <a:normAutofit fontScale="92500"/>
          </a:bodyPr>
          <a:lstStyle/>
          <a:p>
            <a:pPr marL="0" indent="0">
              <a:buNone/>
            </a:pPr>
            <a:r>
              <a:rPr lang="ja-JP" altLang="en-US" dirty="0" smtClean="0"/>
              <a:t>デイドリームリバー</a:t>
            </a:r>
            <a:r>
              <a:rPr lang="en-US" altLang="ja-JP" dirty="0" smtClean="0"/>
              <a:t>(2017-2018</a:t>
            </a:r>
            <a:r>
              <a:rPr lang="ja-JP" altLang="en-US" dirty="0" smtClean="0"/>
              <a:t>年</a:t>
            </a:r>
            <a:r>
              <a:rPr lang="en-US" altLang="ja-JP" dirty="0" smtClean="0"/>
              <a:t>)</a:t>
            </a:r>
          </a:p>
          <a:p>
            <a:pPr marL="0" indent="0">
              <a:buNone/>
            </a:pPr>
            <a:r>
              <a:rPr lang="en-US" altLang="ja-JP" dirty="0" smtClean="0"/>
              <a:t>2019</a:t>
            </a:r>
            <a:r>
              <a:rPr lang="ja-JP" altLang="en-US" dirty="0" smtClean="0"/>
              <a:t>年</a:t>
            </a:r>
            <a:r>
              <a:rPr lang="en-US" altLang="ja-JP" dirty="0" smtClean="0"/>
              <a:t>	</a:t>
            </a:r>
            <a:r>
              <a:rPr lang="ja-JP" altLang="en-US" dirty="0" smtClean="0"/>
              <a:t>第１４回</a:t>
            </a:r>
            <a:r>
              <a:rPr lang="ja-JP" altLang="en-US" dirty="0"/>
              <a:t>ふりー</a:t>
            </a:r>
            <a:r>
              <a:rPr lang="ja-JP" altLang="en-US" dirty="0" err="1"/>
              <a:t>む</a:t>
            </a:r>
            <a:r>
              <a:rPr lang="ja-JP" altLang="en-US" dirty="0"/>
              <a:t>！</a:t>
            </a:r>
            <a:r>
              <a:rPr lang="ja-JP" altLang="en-US" dirty="0" smtClean="0"/>
              <a:t>コンテスト</a:t>
            </a:r>
            <a:endParaRPr lang="en-US" altLang="ja-JP" dirty="0" smtClean="0"/>
          </a:p>
          <a:p>
            <a:pPr marL="0" indent="0">
              <a:buNone/>
            </a:pPr>
            <a:r>
              <a:rPr lang="en-US" altLang="ja-JP" dirty="0"/>
              <a:t>	</a:t>
            </a:r>
            <a:r>
              <a:rPr lang="en-US" altLang="ja-JP" dirty="0" smtClean="0"/>
              <a:t>	『</a:t>
            </a:r>
            <a:r>
              <a:rPr lang="ja-JP" altLang="en-US" dirty="0"/>
              <a:t>長編</a:t>
            </a:r>
            <a:r>
              <a:rPr lang="en-US" altLang="ja-JP" dirty="0"/>
              <a:t>RPG</a:t>
            </a:r>
            <a:r>
              <a:rPr lang="ja-JP" altLang="en-US" dirty="0"/>
              <a:t>部門 金賞</a:t>
            </a:r>
            <a:r>
              <a:rPr lang="en-US" altLang="ja-JP" dirty="0"/>
              <a:t>』</a:t>
            </a:r>
            <a:r>
              <a:rPr lang="ja-JP" altLang="en-US" dirty="0"/>
              <a:t>受賞</a:t>
            </a:r>
            <a:r>
              <a:rPr lang="ja-JP" altLang="en-US" dirty="0" smtClean="0"/>
              <a:t>作品</a:t>
            </a:r>
            <a:endParaRPr lang="en-US" altLang="ja-JP" dirty="0" smtClean="0"/>
          </a:p>
          <a:p>
            <a:pPr marL="0" indent="0">
              <a:buNone/>
            </a:pPr>
            <a:r>
              <a:rPr lang="ja-JP" altLang="en-US" dirty="0" smtClean="0"/>
              <a:t>　オカルトや思想などがたっぷり練りこまれた現代</a:t>
            </a:r>
            <a:r>
              <a:rPr lang="en-US" altLang="ja-JP" dirty="0" smtClean="0"/>
              <a:t>SF</a:t>
            </a:r>
            <a:r>
              <a:rPr lang="ja-JP" altLang="en-US" dirty="0" smtClean="0"/>
              <a:t>長編</a:t>
            </a:r>
            <a:r>
              <a:rPr lang="en-US" altLang="ja-JP" dirty="0" smtClean="0"/>
              <a:t>RPG</a:t>
            </a:r>
            <a:r>
              <a:rPr lang="ja-JP" altLang="en-US" dirty="0" err="1" smtClean="0"/>
              <a:t>。</a:t>
            </a:r>
            <a:endParaRPr lang="en-US" altLang="ja-JP" dirty="0" smtClean="0"/>
          </a:p>
          <a:p>
            <a:pPr marL="0" indent="0">
              <a:buNone/>
            </a:pPr>
            <a:r>
              <a:rPr lang="en-US" altLang="ja-JP" dirty="0" smtClean="0"/>
              <a:t>『</a:t>
            </a:r>
            <a:r>
              <a:rPr lang="ja-JP" altLang="en-US" dirty="0" smtClean="0"/>
              <a:t>明後日</a:t>
            </a:r>
            <a:r>
              <a:rPr lang="ja-JP" altLang="en-US" dirty="0"/>
              <a:t>に夏休みを</a:t>
            </a:r>
            <a:r>
              <a:rPr lang="ja-JP" altLang="en-US" dirty="0" smtClean="0"/>
              <a:t>控えたある中学校で１人の生徒の死体が見つかった。</a:t>
            </a:r>
          </a:p>
          <a:p>
            <a:pPr marL="0" indent="0">
              <a:buNone/>
            </a:pPr>
            <a:r>
              <a:rPr lang="ja-JP" altLang="en-US" dirty="0" smtClean="0"/>
              <a:t>　学校中が彼の死を悼む中、同級生の籏崎はその日の深夜彼から電話がかかっていたことに気が付いた。</a:t>
            </a:r>
          </a:p>
          <a:p>
            <a:pPr marL="0" indent="0">
              <a:buNone/>
            </a:pPr>
            <a:r>
              <a:rPr lang="ja-JP" altLang="en-US" dirty="0"/>
              <a:t>　留守番電話には彼が死に至るまでの凄惨な音声が録音されており、籏崎と友人の伊沢は夜中の学校で何が起きたのか</a:t>
            </a:r>
            <a:r>
              <a:rPr lang="ja-JP" altLang="en-US" dirty="0" smtClean="0"/>
              <a:t>疑問を抱き</a:t>
            </a:r>
            <a:r>
              <a:rPr lang="ja-JP" altLang="en-US" dirty="0"/>
              <a:t>、彼の無念を晴らすためにその夜学校に忍び込むことにした。</a:t>
            </a:r>
          </a:p>
          <a:p>
            <a:pPr marL="0" indent="0">
              <a:buNone/>
            </a:pPr>
            <a:r>
              <a:rPr lang="ja-JP" altLang="en-US" dirty="0" smtClean="0"/>
              <a:t>そして</a:t>
            </a:r>
            <a:r>
              <a:rPr lang="ja-JP" altLang="en-US" dirty="0"/>
              <a:t>１人の少年の死から子供たちは大きな陰謀へと巻き込まれて</a:t>
            </a:r>
            <a:r>
              <a:rPr lang="ja-JP" altLang="en-US" dirty="0" smtClean="0"/>
              <a:t>いく</a:t>
            </a:r>
            <a:r>
              <a:rPr lang="en-US" altLang="ja-JP" dirty="0" smtClean="0"/>
              <a:t>――』</a:t>
            </a:r>
          </a:p>
          <a:p>
            <a:pPr marL="0" indent="0">
              <a:buNone/>
            </a:pPr>
            <a:r>
              <a:rPr lang="ja-JP" altLang="en-US" dirty="0" smtClean="0"/>
              <a:t>■紹介記事</a:t>
            </a:r>
            <a:r>
              <a:rPr lang="en-US" altLang="ja-JP" dirty="0"/>
              <a:t> </a:t>
            </a:r>
            <a:r>
              <a:rPr lang="en-US" altLang="ja-JP" dirty="0" smtClean="0">
                <a:hlinkClick r:id="rId2"/>
              </a:rPr>
              <a:t>http</a:t>
            </a:r>
            <a:r>
              <a:rPr lang="en-US" altLang="ja-JP" dirty="0">
                <a:hlinkClick r:id="rId2"/>
              </a:rPr>
              <a:t>://www.moguragames.com/entry/daydream-river</a:t>
            </a:r>
            <a:r>
              <a:rPr lang="en-US" altLang="ja-JP" dirty="0" smtClean="0">
                <a:hlinkClick r:id="rId2"/>
              </a:rPr>
              <a:t>/</a:t>
            </a:r>
            <a:endParaRPr lang="en-US" altLang="ja-JP" dirty="0" smtClean="0"/>
          </a:p>
          <a:p>
            <a:pPr marL="0" indent="0">
              <a:buNone/>
            </a:pPr>
            <a:r>
              <a:rPr lang="ja-JP" altLang="en-US" dirty="0" smtClean="0"/>
              <a:t>■</a:t>
            </a:r>
            <a:r>
              <a:rPr lang="en-US" altLang="ja-JP" dirty="0" smtClean="0"/>
              <a:t>URL</a:t>
            </a:r>
            <a:r>
              <a:rPr lang="ja-JP" altLang="en-US" dirty="0"/>
              <a:t> </a:t>
            </a:r>
            <a:r>
              <a:rPr lang="en-US" altLang="ja-JP" dirty="0" smtClean="0">
                <a:hlinkClick r:id="rId3"/>
              </a:rPr>
              <a:t>https</a:t>
            </a:r>
            <a:r>
              <a:rPr lang="en-US" altLang="ja-JP" dirty="0">
                <a:hlinkClick r:id="rId3"/>
              </a:rPr>
              <a:t>://</a:t>
            </a:r>
            <a:r>
              <a:rPr lang="en-US" altLang="ja-JP" dirty="0" smtClean="0">
                <a:hlinkClick r:id="rId3"/>
              </a:rPr>
              <a:t>www.freem.ne.jp/win/game/18952</a:t>
            </a:r>
            <a:endParaRPr lang="en-US" altLang="ja-JP" dirty="0" smtClean="0"/>
          </a:p>
          <a:p>
            <a:pPr marL="0" indent="0">
              <a:buNone/>
            </a:pPr>
            <a:endParaRPr lang="en-US" altLang="ja-JP" dirty="0" smtClean="0"/>
          </a:p>
        </p:txBody>
      </p:sp>
      <p:pic>
        <p:nvPicPr>
          <p:cNvPr id="4" name="図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7676" y="1"/>
            <a:ext cx="2724324" cy="2081384"/>
          </a:xfrm>
          <a:prstGeom prst="rect">
            <a:avLst/>
          </a:prstGeom>
        </p:spPr>
      </p:pic>
      <p:pic>
        <p:nvPicPr>
          <p:cNvPr id="5" name="図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67676" y="2081385"/>
            <a:ext cx="2724324" cy="2082162"/>
          </a:xfrm>
          <a:prstGeom prst="rect">
            <a:avLst/>
          </a:prstGeom>
        </p:spPr>
      </p:pic>
      <p:pic>
        <p:nvPicPr>
          <p:cNvPr id="6" name="図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67676" y="4147950"/>
            <a:ext cx="2724324" cy="2082162"/>
          </a:xfrm>
          <a:prstGeom prst="rect">
            <a:avLst/>
          </a:prstGeom>
        </p:spPr>
      </p:pic>
    </p:spTree>
    <p:extLst>
      <p:ext uri="{BB962C8B-B14F-4D97-AF65-F5344CB8AC3E}">
        <p14:creationId xmlns:p14="http://schemas.microsoft.com/office/powerpoint/2010/main" val="1959135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4400" dirty="0"/>
              <a:t>リンク集</a:t>
            </a:r>
            <a:endParaRPr kumimoji="1" lang="ja-JP" altLang="en-US" dirty="0"/>
          </a:p>
        </p:txBody>
      </p:sp>
      <p:sp>
        <p:nvSpPr>
          <p:cNvPr id="3" name="コンテンツ プレースホルダー 2"/>
          <p:cNvSpPr>
            <a:spLocks noGrp="1"/>
          </p:cNvSpPr>
          <p:nvPr>
            <p:ph idx="1"/>
          </p:nvPr>
        </p:nvSpPr>
        <p:spPr>
          <a:xfrm>
            <a:off x="1103312" y="1506828"/>
            <a:ext cx="8946541" cy="4741571"/>
          </a:xfrm>
        </p:spPr>
        <p:txBody>
          <a:bodyPr>
            <a:normAutofit fontScale="92500" lnSpcReduction="20000"/>
          </a:bodyPr>
          <a:lstStyle/>
          <a:p>
            <a:pPr marL="0" indent="0">
              <a:buNone/>
            </a:pPr>
            <a:r>
              <a:rPr lang="ja-JP" altLang="en-US" dirty="0"/>
              <a:t>公開したゲーム</a:t>
            </a:r>
            <a:endParaRPr lang="en-US" altLang="ja-JP" dirty="0" smtClean="0">
              <a:hlinkClick r:id="rId2"/>
            </a:endParaRPr>
          </a:p>
          <a:p>
            <a:r>
              <a:rPr lang="ja-JP" altLang="en-US" dirty="0" smtClean="0">
                <a:hlinkClick r:id="rId2"/>
              </a:rPr>
              <a:t>ふりーむ！</a:t>
            </a:r>
            <a:r>
              <a:rPr lang="ja-JP" altLang="en-US" dirty="0"/>
              <a:t> 様</a:t>
            </a:r>
            <a:endParaRPr lang="en-US" altLang="ja-JP" dirty="0" smtClean="0"/>
          </a:p>
          <a:p>
            <a:r>
              <a:rPr lang="ja-JP" altLang="en-US" dirty="0" smtClean="0">
                <a:hlinkClick r:id="rId3"/>
              </a:rPr>
              <a:t>ゲームアツマール</a:t>
            </a:r>
            <a:r>
              <a:rPr lang="en-US" altLang="ja-JP" dirty="0" smtClean="0">
                <a:hlinkClick r:id="rId3"/>
              </a:rPr>
              <a:t>(</a:t>
            </a:r>
            <a:r>
              <a:rPr lang="ja-JP" altLang="en-US" dirty="0" smtClean="0">
                <a:hlinkClick r:id="rId3"/>
              </a:rPr>
              <a:t>ニコニコ</a:t>
            </a:r>
            <a:r>
              <a:rPr lang="en-US" altLang="ja-JP" dirty="0" smtClean="0">
                <a:hlinkClick r:id="rId3"/>
              </a:rPr>
              <a:t>)</a:t>
            </a:r>
            <a:r>
              <a:rPr lang="ja-JP" altLang="en-US" dirty="0"/>
              <a:t> </a:t>
            </a:r>
            <a:r>
              <a:rPr lang="ja-JP" altLang="en-US" dirty="0" smtClean="0"/>
              <a:t>様</a:t>
            </a:r>
            <a:endParaRPr lang="en-US" altLang="ja-JP" dirty="0" smtClean="0"/>
          </a:p>
          <a:p>
            <a:r>
              <a:rPr lang="en-US" altLang="ja-JP" dirty="0" err="1" smtClean="0">
                <a:hlinkClick r:id="rId4"/>
              </a:rPr>
              <a:t>Unityroom</a:t>
            </a:r>
            <a:r>
              <a:rPr lang="en-US" altLang="ja-JP" dirty="0" smtClean="0"/>
              <a:t> </a:t>
            </a:r>
            <a:r>
              <a:rPr lang="ja-JP" altLang="en-US" dirty="0" smtClean="0"/>
              <a:t>様</a:t>
            </a:r>
            <a:endParaRPr lang="en-US" altLang="ja-JP" dirty="0" smtClean="0"/>
          </a:p>
          <a:p>
            <a:r>
              <a:rPr lang="ja-JP" altLang="en-US" dirty="0" smtClean="0">
                <a:hlinkClick r:id="rId5"/>
              </a:rPr>
              <a:t>販売したゲームの公式ホームページ</a:t>
            </a:r>
            <a:endParaRPr lang="en-US" altLang="ja-JP" dirty="0" smtClean="0"/>
          </a:p>
          <a:p>
            <a:r>
              <a:rPr lang="en-US" altLang="ja-JP" dirty="0" smtClean="0">
                <a:hlinkClick r:id="rId6"/>
              </a:rPr>
              <a:t>Steam</a:t>
            </a:r>
            <a:r>
              <a:rPr lang="ja-JP" altLang="en-US" dirty="0"/>
              <a:t> 様</a:t>
            </a:r>
            <a:endParaRPr lang="en-US" altLang="ja-JP" dirty="0" smtClean="0"/>
          </a:p>
          <a:p>
            <a:pPr marL="0" indent="0">
              <a:buNone/>
            </a:pPr>
            <a:r>
              <a:rPr lang="ja-JP" altLang="en-US" dirty="0" smtClean="0"/>
              <a:t>メディア掲載歴</a:t>
            </a:r>
            <a:endParaRPr lang="en-US" altLang="ja-JP" dirty="0"/>
          </a:p>
          <a:p>
            <a:r>
              <a:rPr lang="ja-JP" altLang="en-US" dirty="0">
                <a:hlinkClick r:id="rId7"/>
              </a:rPr>
              <a:t>もぐら</a:t>
            </a:r>
            <a:r>
              <a:rPr lang="ja-JP" altLang="en-US" dirty="0" smtClean="0">
                <a:hlinkClick r:id="rId7"/>
              </a:rPr>
              <a:t>ゲームス</a:t>
            </a:r>
            <a:r>
              <a:rPr lang="ja-JP" altLang="en-US" dirty="0"/>
              <a:t>様</a:t>
            </a:r>
            <a:r>
              <a:rPr lang="en-US" altLang="ja-JP" dirty="0" smtClean="0"/>
              <a:t>(</a:t>
            </a:r>
            <a:r>
              <a:rPr lang="ja-JP" altLang="en-US" dirty="0" smtClean="0">
                <a:hlinkClick r:id="rId8"/>
              </a:rPr>
              <a:t>受賞作</a:t>
            </a:r>
            <a:r>
              <a:rPr lang="ja-JP" altLang="en-US" dirty="0" smtClean="0"/>
              <a:t>、</a:t>
            </a:r>
            <a:r>
              <a:rPr lang="ja-JP" altLang="en-US" dirty="0" smtClean="0">
                <a:hlinkClick r:id="rId9"/>
              </a:rPr>
              <a:t>デジゲー博</a:t>
            </a:r>
            <a:r>
              <a:rPr lang="en-US" altLang="ja-JP" dirty="0">
                <a:hlinkClick r:id="rId9"/>
              </a:rPr>
              <a:t>2019 </a:t>
            </a:r>
            <a:r>
              <a:rPr lang="ja-JP" altLang="en-US" dirty="0" err="1" smtClean="0"/>
              <a:t>、</a:t>
            </a:r>
            <a:r>
              <a:rPr lang="ja-JP" altLang="en-US" dirty="0" smtClean="0">
                <a:hlinkClick r:id="rId10"/>
              </a:rPr>
              <a:t>短編</a:t>
            </a:r>
            <a:r>
              <a:rPr lang="en-US" altLang="ja-JP" dirty="0" smtClean="0">
                <a:hlinkClick r:id="rId10"/>
              </a:rPr>
              <a:t>RPG</a:t>
            </a:r>
            <a:r>
              <a:rPr lang="en-US" altLang="ja-JP" dirty="0" smtClean="0"/>
              <a:t>)</a:t>
            </a:r>
          </a:p>
          <a:p>
            <a:r>
              <a:rPr lang="ja-JP" altLang="en-US" dirty="0" smtClean="0">
                <a:hlinkClick r:id="rId11"/>
              </a:rPr>
              <a:t>ファミ通</a:t>
            </a:r>
            <a:r>
              <a:rPr lang="ja-JP" altLang="en-US" dirty="0" smtClean="0"/>
              <a:t> 様</a:t>
            </a:r>
            <a:r>
              <a:rPr lang="en-US" altLang="ja-JP" dirty="0" smtClean="0"/>
              <a:t>(</a:t>
            </a:r>
            <a:r>
              <a:rPr lang="ja-JP" altLang="en-US" dirty="0" smtClean="0"/>
              <a:t>内容同上</a:t>
            </a:r>
            <a:r>
              <a:rPr lang="en-US" altLang="ja-JP" dirty="0" smtClean="0"/>
              <a:t>)</a:t>
            </a:r>
          </a:p>
          <a:p>
            <a:r>
              <a:rPr lang="en-US" altLang="ja-JP" dirty="0" smtClean="0">
                <a:hlinkClick r:id="rId12"/>
              </a:rPr>
              <a:t>4Gamer.net</a:t>
            </a:r>
            <a:r>
              <a:rPr lang="ja-JP" altLang="en-US" dirty="0"/>
              <a:t> 様</a:t>
            </a:r>
            <a:endParaRPr lang="en-US" altLang="ja-JP" dirty="0" smtClean="0"/>
          </a:p>
          <a:p>
            <a:pPr marL="0" indent="0">
              <a:buNone/>
            </a:pPr>
            <a:r>
              <a:rPr kumimoji="1" lang="en-US" altLang="ja-JP" dirty="0" err="1" smtClean="0"/>
              <a:t>Github</a:t>
            </a:r>
            <a:endParaRPr kumimoji="1" lang="en-US" altLang="ja-JP" dirty="0" smtClean="0"/>
          </a:p>
          <a:p>
            <a:r>
              <a:rPr lang="ja-JP" altLang="en-US" dirty="0" smtClean="0">
                <a:hlinkClick r:id="rId13"/>
              </a:rPr>
              <a:t>公開した技術素材集</a:t>
            </a:r>
            <a:endParaRPr kumimoji="1" lang="en-US" altLang="ja-JP" dirty="0"/>
          </a:p>
          <a:p>
            <a:r>
              <a:rPr lang="ja-JP" altLang="en-US" dirty="0" smtClean="0">
                <a:hlinkClick r:id="rId14"/>
              </a:rPr>
              <a:t>現在制作中のゲームのレポジトリ</a:t>
            </a:r>
            <a:r>
              <a:rPr lang="en-US" altLang="ja-JP" dirty="0" smtClean="0">
                <a:hlinkClick r:id="rId14"/>
              </a:rPr>
              <a:t>(JS)</a:t>
            </a:r>
            <a:endParaRPr lang="en-US" altLang="ja-JP" dirty="0" smtClean="0"/>
          </a:p>
          <a:p>
            <a:endParaRPr kumimoji="1" lang="ja-JP" altLang="en-US" dirty="0"/>
          </a:p>
        </p:txBody>
      </p:sp>
    </p:spTree>
    <p:extLst>
      <p:ext uri="{BB962C8B-B14F-4D97-AF65-F5344CB8AC3E}">
        <p14:creationId xmlns:p14="http://schemas.microsoft.com/office/powerpoint/2010/main" val="1595054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612026" y="2750128"/>
            <a:ext cx="9404723" cy="1400530"/>
          </a:xfrm>
        </p:spPr>
        <p:txBody>
          <a:bodyPr/>
          <a:lstStyle/>
          <a:p>
            <a:r>
              <a:rPr kumimoji="1" lang="ja-JP" altLang="en-US" dirty="0" smtClean="0"/>
              <a:t>ご清聴ありがとうございました</a:t>
            </a:r>
            <a:endParaRPr kumimoji="1" lang="ja-JP" altLang="en-US" dirty="0"/>
          </a:p>
        </p:txBody>
      </p:sp>
    </p:spTree>
    <p:extLst>
      <p:ext uri="{BB962C8B-B14F-4D97-AF65-F5344CB8AC3E}">
        <p14:creationId xmlns:p14="http://schemas.microsoft.com/office/powerpoint/2010/main" val="21500370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イオン">
  <a:themeElements>
    <a:clrScheme name="イオン">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イオン">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イオン">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157</TotalTime>
  <Words>139</Words>
  <Application>Microsoft Office PowerPoint</Application>
  <PresentationFormat>ワイド画面</PresentationFormat>
  <Paragraphs>87</Paragraphs>
  <Slides>12</Slides>
  <Notes>0</Notes>
  <HiddenSlides>0</HiddenSlides>
  <MMClips>2</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メイリオ</vt:lpstr>
      <vt:lpstr>Arial</vt:lpstr>
      <vt:lpstr>Century Gothic</vt:lpstr>
      <vt:lpstr>Wingdings 3</vt:lpstr>
      <vt:lpstr>イオン</vt:lpstr>
      <vt:lpstr>ポートフォリオ</vt:lpstr>
      <vt:lpstr>目次</vt:lpstr>
      <vt:lpstr>自己紹介</vt:lpstr>
      <vt:lpstr>所有資格</vt:lpstr>
      <vt:lpstr>受賞歴</vt:lpstr>
      <vt:lpstr>活動歴</vt:lpstr>
      <vt:lpstr>活動歴</vt:lpstr>
      <vt:lpstr>その他の実績</vt:lpstr>
      <vt:lpstr>その他の実績</vt:lpstr>
      <vt:lpstr>その他の実績</vt:lpstr>
      <vt:lpstr>リンク集</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ポートフォリオ</dc:title>
  <dc:creator>佐野 柊介</dc:creator>
  <cp:lastModifiedBy> </cp:lastModifiedBy>
  <cp:revision>40</cp:revision>
  <dcterms:created xsi:type="dcterms:W3CDTF">2022-04-04T22:07:10Z</dcterms:created>
  <dcterms:modified xsi:type="dcterms:W3CDTF">2022-05-02T11:23:24Z</dcterms:modified>
</cp:coreProperties>
</file>